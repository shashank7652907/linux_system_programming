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897" r:id="rId5"/>
    <p:sldId id="880" r:id="rId6"/>
    <p:sldId id="88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C9C883-1F58-4D8A-8621-A3FD8062AFC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82C785-B367-4BD1-91BD-ABB4E6662932}">
      <dgm:prSet phldrT="[Text]" custT="1"/>
      <dgm:spPr/>
      <dgm:t>
        <a:bodyPr/>
        <a:lstStyle/>
        <a:p>
          <a:r>
            <a:rPr lang="en-IN" sz="4400" dirty="0"/>
            <a:t>IPC Mechanisms</a:t>
          </a:r>
          <a:endParaRPr lang="en-US" sz="4400" dirty="0"/>
        </a:p>
      </dgm:t>
    </dgm:pt>
    <dgm:pt modelId="{A42B85D0-83FE-4075-B872-7460032FECEF}" type="parTrans" cxnId="{E3F42CA3-46C5-4CBD-9837-F54FEF8E5397}">
      <dgm:prSet/>
      <dgm:spPr/>
      <dgm:t>
        <a:bodyPr/>
        <a:lstStyle/>
        <a:p>
          <a:endParaRPr lang="en-US"/>
        </a:p>
      </dgm:t>
    </dgm:pt>
    <dgm:pt modelId="{E482F6F5-F1C2-4E49-8944-C56C4F003906}" type="sibTrans" cxnId="{E3F42CA3-46C5-4CBD-9837-F54FEF8E5397}">
      <dgm:prSet/>
      <dgm:spPr/>
      <dgm:t>
        <a:bodyPr/>
        <a:lstStyle/>
        <a:p>
          <a:endParaRPr lang="en-US"/>
        </a:p>
      </dgm:t>
    </dgm:pt>
    <dgm:pt modelId="{8AF04768-6DE0-4BB7-8571-D9C03DE9637C}">
      <dgm:prSet phldrT="[Text]" custT="1"/>
      <dgm:spPr/>
      <dgm:t>
        <a:bodyPr/>
        <a:lstStyle/>
        <a:p>
          <a:r>
            <a:rPr lang="en-IN" sz="3400" dirty="0"/>
            <a:t>Files</a:t>
          </a:r>
          <a:endParaRPr lang="en-US" sz="3400" dirty="0"/>
        </a:p>
      </dgm:t>
    </dgm:pt>
    <dgm:pt modelId="{B9971D1A-197A-4064-9FEE-F23CAAD8A082}" type="parTrans" cxnId="{06532D5A-E3DD-459C-A9D7-FBA365C5B7BA}">
      <dgm:prSet/>
      <dgm:spPr/>
      <dgm:t>
        <a:bodyPr/>
        <a:lstStyle/>
        <a:p>
          <a:endParaRPr lang="en-US"/>
        </a:p>
      </dgm:t>
    </dgm:pt>
    <dgm:pt modelId="{3D4ECFC6-0DB2-4952-81AE-9442F124CC45}" type="sibTrans" cxnId="{06532D5A-E3DD-459C-A9D7-FBA365C5B7BA}">
      <dgm:prSet/>
      <dgm:spPr/>
      <dgm:t>
        <a:bodyPr/>
        <a:lstStyle/>
        <a:p>
          <a:endParaRPr lang="en-US"/>
        </a:p>
      </dgm:t>
    </dgm:pt>
    <dgm:pt modelId="{71050C92-2E95-477F-8F21-1C6505C45E21}">
      <dgm:prSet phldrT="[Text]" custT="1"/>
      <dgm:spPr/>
      <dgm:t>
        <a:bodyPr/>
        <a:lstStyle/>
        <a:p>
          <a:r>
            <a:rPr lang="en-IN" sz="3400" dirty="0"/>
            <a:t>Pipes</a:t>
          </a:r>
          <a:endParaRPr lang="en-US" sz="3400" dirty="0"/>
        </a:p>
      </dgm:t>
    </dgm:pt>
    <dgm:pt modelId="{625A76C8-755C-402E-B390-B755CCB0F697}" type="parTrans" cxnId="{F8F3B0E3-1442-41B4-A301-EA0C6DCC49A4}">
      <dgm:prSet/>
      <dgm:spPr/>
      <dgm:t>
        <a:bodyPr/>
        <a:lstStyle/>
        <a:p>
          <a:endParaRPr lang="en-US"/>
        </a:p>
      </dgm:t>
    </dgm:pt>
    <dgm:pt modelId="{93A6F417-6835-4541-A0C8-6E68FEF393CC}" type="sibTrans" cxnId="{F8F3B0E3-1442-41B4-A301-EA0C6DCC49A4}">
      <dgm:prSet/>
      <dgm:spPr/>
      <dgm:t>
        <a:bodyPr/>
        <a:lstStyle/>
        <a:p>
          <a:endParaRPr lang="en-US"/>
        </a:p>
      </dgm:t>
    </dgm:pt>
    <dgm:pt modelId="{7DBA6205-E916-46D4-89B8-4921AAB7FD20}">
      <dgm:prSet phldrT="[Text]" custT="1"/>
      <dgm:spPr/>
      <dgm:t>
        <a:bodyPr/>
        <a:lstStyle/>
        <a:p>
          <a:r>
            <a:rPr lang="en-IN" sz="2800" dirty="0"/>
            <a:t>Message Queues</a:t>
          </a:r>
          <a:endParaRPr lang="en-US" sz="2800" dirty="0"/>
        </a:p>
      </dgm:t>
    </dgm:pt>
    <dgm:pt modelId="{5ECEABA9-9405-4B2D-86BF-9355543F7DA2}" type="parTrans" cxnId="{6794768E-DAD1-4F08-A629-2455C8338919}">
      <dgm:prSet/>
      <dgm:spPr/>
      <dgm:t>
        <a:bodyPr/>
        <a:lstStyle/>
        <a:p>
          <a:endParaRPr lang="en-US"/>
        </a:p>
      </dgm:t>
    </dgm:pt>
    <dgm:pt modelId="{6E12F760-67C9-4277-9B89-7301EAF0D971}" type="sibTrans" cxnId="{6794768E-DAD1-4F08-A629-2455C8338919}">
      <dgm:prSet/>
      <dgm:spPr/>
      <dgm:t>
        <a:bodyPr/>
        <a:lstStyle/>
        <a:p>
          <a:endParaRPr lang="en-US"/>
        </a:p>
      </dgm:t>
    </dgm:pt>
    <dgm:pt modelId="{EEEBB6A1-81F7-40A2-BB4E-18237A6C3138}">
      <dgm:prSet/>
      <dgm:spPr/>
      <dgm:t>
        <a:bodyPr/>
        <a:lstStyle/>
        <a:p>
          <a:r>
            <a:rPr lang="en-IN" dirty="0"/>
            <a:t>Shared Memory</a:t>
          </a:r>
          <a:endParaRPr lang="en-US" dirty="0"/>
        </a:p>
      </dgm:t>
    </dgm:pt>
    <dgm:pt modelId="{BB139FC9-E201-4079-B57A-FFE1DCDAAAB5}" type="parTrans" cxnId="{1C4C239E-82F3-4E92-A78C-DC5433FDFA0E}">
      <dgm:prSet/>
      <dgm:spPr/>
      <dgm:t>
        <a:bodyPr/>
        <a:lstStyle/>
        <a:p>
          <a:endParaRPr lang="en-US"/>
        </a:p>
      </dgm:t>
    </dgm:pt>
    <dgm:pt modelId="{F7CF0FC4-D4C1-432C-A15D-B284CA0E0D12}" type="sibTrans" cxnId="{1C4C239E-82F3-4E92-A78C-DC5433FDFA0E}">
      <dgm:prSet/>
      <dgm:spPr/>
      <dgm:t>
        <a:bodyPr/>
        <a:lstStyle/>
        <a:p>
          <a:endParaRPr lang="en-US"/>
        </a:p>
      </dgm:t>
    </dgm:pt>
    <dgm:pt modelId="{28B0275E-739E-4584-96F3-ADD93590945D}">
      <dgm:prSet/>
      <dgm:spPr/>
      <dgm:t>
        <a:bodyPr/>
        <a:lstStyle/>
        <a:p>
          <a:r>
            <a:rPr lang="en-IN" dirty="0"/>
            <a:t>Signals</a:t>
          </a:r>
          <a:endParaRPr lang="en-US" dirty="0"/>
        </a:p>
      </dgm:t>
    </dgm:pt>
    <dgm:pt modelId="{D7AAA98B-A4CD-4744-9A84-DB507A1FFE6E}" type="parTrans" cxnId="{1A8257E5-FE83-4934-A4CE-8D72A042E11B}">
      <dgm:prSet/>
      <dgm:spPr/>
      <dgm:t>
        <a:bodyPr/>
        <a:lstStyle/>
        <a:p>
          <a:endParaRPr lang="en-US"/>
        </a:p>
      </dgm:t>
    </dgm:pt>
    <dgm:pt modelId="{CF933C02-A6B2-458A-93D9-7B91D94A869D}" type="sibTrans" cxnId="{1A8257E5-FE83-4934-A4CE-8D72A042E11B}">
      <dgm:prSet/>
      <dgm:spPr/>
      <dgm:t>
        <a:bodyPr/>
        <a:lstStyle/>
        <a:p>
          <a:endParaRPr lang="en-US"/>
        </a:p>
      </dgm:t>
    </dgm:pt>
    <dgm:pt modelId="{6A1EA01C-EBA7-4F6F-9329-167A29905EAC}">
      <dgm:prSet/>
      <dgm:spPr/>
      <dgm:t>
        <a:bodyPr/>
        <a:lstStyle/>
        <a:p>
          <a:r>
            <a:rPr lang="en-IN" dirty="0"/>
            <a:t>Sockets</a:t>
          </a:r>
          <a:endParaRPr lang="en-US" dirty="0"/>
        </a:p>
      </dgm:t>
    </dgm:pt>
    <dgm:pt modelId="{C8022107-B0A1-4056-BF7A-1891D0EF2DAE}" type="parTrans" cxnId="{FA10EC9D-C7E0-45C3-8DA5-DAEE4141771D}">
      <dgm:prSet/>
      <dgm:spPr/>
      <dgm:t>
        <a:bodyPr/>
        <a:lstStyle/>
        <a:p>
          <a:endParaRPr lang="en-US"/>
        </a:p>
      </dgm:t>
    </dgm:pt>
    <dgm:pt modelId="{87152AA0-AB99-43E8-A2D6-F6A2430F3C46}" type="sibTrans" cxnId="{FA10EC9D-C7E0-45C3-8DA5-DAEE4141771D}">
      <dgm:prSet/>
      <dgm:spPr/>
      <dgm:t>
        <a:bodyPr/>
        <a:lstStyle/>
        <a:p>
          <a:endParaRPr lang="en-US"/>
        </a:p>
      </dgm:t>
    </dgm:pt>
    <dgm:pt modelId="{CA263BF2-A303-4DF2-8E1E-78CB1C6D2BE3}" type="pres">
      <dgm:prSet presAssocID="{82C9C883-1F58-4D8A-8621-A3FD8062AFC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69D814A-B4FA-44D2-9505-FDBF5B79E45C}" type="pres">
      <dgm:prSet presAssocID="{7B82C785-B367-4BD1-91BD-ABB4E6662932}" presName="hierRoot1" presStyleCnt="0">
        <dgm:presLayoutVars>
          <dgm:hierBranch val="init"/>
        </dgm:presLayoutVars>
      </dgm:prSet>
      <dgm:spPr/>
    </dgm:pt>
    <dgm:pt modelId="{CD18EC28-47E5-48F9-8127-FF5C57D527BB}" type="pres">
      <dgm:prSet presAssocID="{7B82C785-B367-4BD1-91BD-ABB4E6662932}" presName="rootComposite1" presStyleCnt="0"/>
      <dgm:spPr/>
    </dgm:pt>
    <dgm:pt modelId="{BF9844AD-FE71-4399-82B9-F4D078015DB6}" type="pres">
      <dgm:prSet presAssocID="{7B82C785-B367-4BD1-91BD-ABB4E6662932}" presName="rootText1" presStyleLbl="node0" presStyleIdx="0" presStyleCnt="1" custScaleX="567331" custScaleY="173077" custLinFactNeighborX="58">
        <dgm:presLayoutVars>
          <dgm:chPref val="3"/>
        </dgm:presLayoutVars>
      </dgm:prSet>
      <dgm:spPr>
        <a:prstGeom prst="roundRect">
          <a:avLst/>
        </a:prstGeom>
      </dgm:spPr>
    </dgm:pt>
    <dgm:pt modelId="{BDD5C4C8-AE88-4813-B6F6-0156EC48C11D}" type="pres">
      <dgm:prSet presAssocID="{7B82C785-B367-4BD1-91BD-ABB4E6662932}" presName="rootConnector1" presStyleLbl="node1" presStyleIdx="0" presStyleCnt="0"/>
      <dgm:spPr/>
    </dgm:pt>
    <dgm:pt modelId="{140A92CE-1827-4908-B319-DE2B52245346}" type="pres">
      <dgm:prSet presAssocID="{7B82C785-B367-4BD1-91BD-ABB4E6662932}" presName="hierChild2" presStyleCnt="0"/>
      <dgm:spPr/>
    </dgm:pt>
    <dgm:pt modelId="{4B4C0480-07DD-4CC6-B775-1D82491A25B8}" type="pres">
      <dgm:prSet presAssocID="{B9971D1A-197A-4064-9FEE-F23CAAD8A082}" presName="Name37" presStyleLbl="parChTrans1D2" presStyleIdx="0" presStyleCnt="6"/>
      <dgm:spPr/>
    </dgm:pt>
    <dgm:pt modelId="{66BE504F-3567-49A2-BCBE-8E8320654CFF}" type="pres">
      <dgm:prSet presAssocID="{8AF04768-6DE0-4BB7-8571-D9C03DE9637C}" presName="hierRoot2" presStyleCnt="0">
        <dgm:presLayoutVars>
          <dgm:hierBranch val="init"/>
        </dgm:presLayoutVars>
      </dgm:prSet>
      <dgm:spPr/>
    </dgm:pt>
    <dgm:pt modelId="{4DDE1B9E-D0BB-4DE8-8236-954FB8E00C62}" type="pres">
      <dgm:prSet presAssocID="{8AF04768-6DE0-4BB7-8571-D9C03DE9637C}" presName="rootComposite" presStyleCnt="0"/>
      <dgm:spPr/>
    </dgm:pt>
    <dgm:pt modelId="{F9B6F8B0-4974-4F2E-B4EF-82EF35BC480C}" type="pres">
      <dgm:prSet presAssocID="{8AF04768-6DE0-4BB7-8571-D9C03DE9637C}" presName="rootText" presStyleLbl="node2" presStyleIdx="0" presStyleCnt="6" custScaleY="156110">
        <dgm:presLayoutVars>
          <dgm:chPref val="3"/>
        </dgm:presLayoutVars>
      </dgm:prSet>
      <dgm:spPr/>
    </dgm:pt>
    <dgm:pt modelId="{9661F6BB-7A30-4F6D-9B9C-B3A4D7DF9E0F}" type="pres">
      <dgm:prSet presAssocID="{8AF04768-6DE0-4BB7-8571-D9C03DE9637C}" presName="rootConnector" presStyleLbl="node2" presStyleIdx="0" presStyleCnt="6"/>
      <dgm:spPr/>
    </dgm:pt>
    <dgm:pt modelId="{0CD17F89-F66B-47E2-A63D-2D5B9A68FC86}" type="pres">
      <dgm:prSet presAssocID="{8AF04768-6DE0-4BB7-8571-D9C03DE9637C}" presName="hierChild4" presStyleCnt="0"/>
      <dgm:spPr/>
    </dgm:pt>
    <dgm:pt modelId="{76222445-C83D-4DA2-A976-3E70FCE95B25}" type="pres">
      <dgm:prSet presAssocID="{8AF04768-6DE0-4BB7-8571-D9C03DE9637C}" presName="hierChild5" presStyleCnt="0"/>
      <dgm:spPr/>
    </dgm:pt>
    <dgm:pt modelId="{4FE91C9D-6F87-43B5-9C6F-E4B127FD0192}" type="pres">
      <dgm:prSet presAssocID="{625A76C8-755C-402E-B390-B755CCB0F697}" presName="Name37" presStyleLbl="parChTrans1D2" presStyleIdx="1" presStyleCnt="6"/>
      <dgm:spPr/>
    </dgm:pt>
    <dgm:pt modelId="{D82DCD90-F438-4B25-9F8A-2FA3C8F7F496}" type="pres">
      <dgm:prSet presAssocID="{71050C92-2E95-477F-8F21-1C6505C45E21}" presName="hierRoot2" presStyleCnt="0">
        <dgm:presLayoutVars>
          <dgm:hierBranch val="init"/>
        </dgm:presLayoutVars>
      </dgm:prSet>
      <dgm:spPr/>
    </dgm:pt>
    <dgm:pt modelId="{C64341D4-B463-47AE-9209-8E49859ACD2B}" type="pres">
      <dgm:prSet presAssocID="{71050C92-2E95-477F-8F21-1C6505C45E21}" presName="rootComposite" presStyleCnt="0"/>
      <dgm:spPr/>
    </dgm:pt>
    <dgm:pt modelId="{8E4B9DA3-74AF-47E6-86EC-0CF3D0EA41BD}" type="pres">
      <dgm:prSet presAssocID="{71050C92-2E95-477F-8F21-1C6505C45E21}" presName="rootText" presStyleLbl="node2" presStyleIdx="1" presStyleCnt="6" custScaleY="145610">
        <dgm:presLayoutVars>
          <dgm:chPref val="3"/>
        </dgm:presLayoutVars>
      </dgm:prSet>
      <dgm:spPr/>
    </dgm:pt>
    <dgm:pt modelId="{A164DB9E-0686-4EB7-A098-42E93AC31613}" type="pres">
      <dgm:prSet presAssocID="{71050C92-2E95-477F-8F21-1C6505C45E21}" presName="rootConnector" presStyleLbl="node2" presStyleIdx="1" presStyleCnt="6"/>
      <dgm:spPr/>
    </dgm:pt>
    <dgm:pt modelId="{72793B66-CE7A-4FF6-9710-6806485FB340}" type="pres">
      <dgm:prSet presAssocID="{71050C92-2E95-477F-8F21-1C6505C45E21}" presName="hierChild4" presStyleCnt="0"/>
      <dgm:spPr/>
    </dgm:pt>
    <dgm:pt modelId="{5620F6CF-1C61-496D-A19F-9D652C3E0550}" type="pres">
      <dgm:prSet presAssocID="{71050C92-2E95-477F-8F21-1C6505C45E21}" presName="hierChild5" presStyleCnt="0"/>
      <dgm:spPr/>
    </dgm:pt>
    <dgm:pt modelId="{A3B5FB90-E0FF-4AB7-824F-A603B0D23AD9}" type="pres">
      <dgm:prSet presAssocID="{5ECEABA9-9405-4B2D-86BF-9355543F7DA2}" presName="Name37" presStyleLbl="parChTrans1D2" presStyleIdx="2" presStyleCnt="6"/>
      <dgm:spPr/>
    </dgm:pt>
    <dgm:pt modelId="{05D70193-7C8A-4F06-B497-20BB6CF26410}" type="pres">
      <dgm:prSet presAssocID="{7DBA6205-E916-46D4-89B8-4921AAB7FD20}" presName="hierRoot2" presStyleCnt="0">
        <dgm:presLayoutVars>
          <dgm:hierBranch val="init"/>
        </dgm:presLayoutVars>
      </dgm:prSet>
      <dgm:spPr/>
    </dgm:pt>
    <dgm:pt modelId="{DF72ACC4-7372-4702-B427-B89DB3CD747C}" type="pres">
      <dgm:prSet presAssocID="{7DBA6205-E916-46D4-89B8-4921AAB7FD20}" presName="rootComposite" presStyleCnt="0"/>
      <dgm:spPr/>
    </dgm:pt>
    <dgm:pt modelId="{A38B7043-58F6-4DDA-A115-F705F22A9A71}" type="pres">
      <dgm:prSet presAssocID="{7DBA6205-E916-46D4-89B8-4921AAB7FD20}" presName="rootText" presStyleLbl="node2" presStyleIdx="2" presStyleCnt="6" custScaleY="151794">
        <dgm:presLayoutVars>
          <dgm:chPref val="3"/>
        </dgm:presLayoutVars>
      </dgm:prSet>
      <dgm:spPr/>
    </dgm:pt>
    <dgm:pt modelId="{D053368C-8F84-4326-943F-AB28D07636D7}" type="pres">
      <dgm:prSet presAssocID="{7DBA6205-E916-46D4-89B8-4921AAB7FD20}" presName="rootConnector" presStyleLbl="node2" presStyleIdx="2" presStyleCnt="6"/>
      <dgm:spPr/>
    </dgm:pt>
    <dgm:pt modelId="{10AD3D8D-19A2-47CB-87A1-B2D65DCA93C1}" type="pres">
      <dgm:prSet presAssocID="{7DBA6205-E916-46D4-89B8-4921AAB7FD20}" presName="hierChild4" presStyleCnt="0"/>
      <dgm:spPr/>
    </dgm:pt>
    <dgm:pt modelId="{AB9609FB-426B-4EFA-9463-06FFBC97B4C1}" type="pres">
      <dgm:prSet presAssocID="{7DBA6205-E916-46D4-89B8-4921AAB7FD20}" presName="hierChild5" presStyleCnt="0"/>
      <dgm:spPr/>
    </dgm:pt>
    <dgm:pt modelId="{AAF27685-B92C-4B6A-B15C-06DA2E1751AB}" type="pres">
      <dgm:prSet presAssocID="{BB139FC9-E201-4079-B57A-FFE1DCDAAAB5}" presName="Name37" presStyleLbl="parChTrans1D2" presStyleIdx="3" presStyleCnt="6"/>
      <dgm:spPr/>
    </dgm:pt>
    <dgm:pt modelId="{857026B0-49B8-4E12-AC59-6B3761E042C8}" type="pres">
      <dgm:prSet presAssocID="{EEEBB6A1-81F7-40A2-BB4E-18237A6C3138}" presName="hierRoot2" presStyleCnt="0">
        <dgm:presLayoutVars>
          <dgm:hierBranch val="init"/>
        </dgm:presLayoutVars>
      </dgm:prSet>
      <dgm:spPr/>
    </dgm:pt>
    <dgm:pt modelId="{9A4AF485-86E7-45CF-ACC9-0F7843097D1B}" type="pres">
      <dgm:prSet presAssocID="{EEEBB6A1-81F7-40A2-BB4E-18237A6C3138}" presName="rootComposite" presStyleCnt="0"/>
      <dgm:spPr/>
    </dgm:pt>
    <dgm:pt modelId="{E76B48CA-9B45-43FF-AEC3-DA03E18191C1}" type="pres">
      <dgm:prSet presAssocID="{EEEBB6A1-81F7-40A2-BB4E-18237A6C3138}" presName="rootText" presStyleLbl="node2" presStyleIdx="3" presStyleCnt="6" custScaleY="151794">
        <dgm:presLayoutVars>
          <dgm:chPref val="3"/>
        </dgm:presLayoutVars>
      </dgm:prSet>
      <dgm:spPr/>
    </dgm:pt>
    <dgm:pt modelId="{5826AEF7-FA3C-433A-BD82-E508650F2515}" type="pres">
      <dgm:prSet presAssocID="{EEEBB6A1-81F7-40A2-BB4E-18237A6C3138}" presName="rootConnector" presStyleLbl="node2" presStyleIdx="3" presStyleCnt="6"/>
      <dgm:spPr/>
    </dgm:pt>
    <dgm:pt modelId="{EC7EAF40-5E7B-4084-8B1F-B05D03199634}" type="pres">
      <dgm:prSet presAssocID="{EEEBB6A1-81F7-40A2-BB4E-18237A6C3138}" presName="hierChild4" presStyleCnt="0"/>
      <dgm:spPr/>
    </dgm:pt>
    <dgm:pt modelId="{AE514B3E-CDCA-4F35-855D-A32263B161A1}" type="pres">
      <dgm:prSet presAssocID="{EEEBB6A1-81F7-40A2-BB4E-18237A6C3138}" presName="hierChild5" presStyleCnt="0"/>
      <dgm:spPr/>
    </dgm:pt>
    <dgm:pt modelId="{A8A29054-B3A2-4ECD-8A24-A6E23BA22297}" type="pres">
      <dgm:prSet presAssocID="{D7AAA98B-A4CD-4744-9A84-DB507A1FFE6E}" presName="Name37" presStyleLbl="parChTrans1D2" presStyleIdx="4" presStyleCnt="6"/>
      <dgm:spPr/>
    </dgm:pt>
    <dgm:pt modelId="{18055E1C-D5C6-4BF4-ABC8-3A7ABB7153CC}" type="pres">
      <dgm:prSet presAssocID="{28B0275E-739E-4584-96F3-ADD93590945D}" presName="hierRoot2" presStyleCnt="0">
        <dgm:presLayoutVars>
          <dgm:hierBranch val="init"/>
        </dgm:presLayoutVars>
      </dgm:prSet>
      <dgm:spPr/>
    </dgm:pt>
    <dgm:pt modelId="{4562DC5E-5C10-40A3-8160-1A086F52EB08}" type="pres">
      <dgm:prSet presAssocID="{28B0275E-739E-4584-96F3-ADD93590945D}" presName="rootComposite" presStyleCnt="0"/>
      <dgm:spPr/>
    </dgm:pt>
    <dgm:pt modelId="{4D9EA783-B62D-450F-AA5C-8879F120287E}" type="pres">
      <dgm:prSet presAssocID="{28B0275E-739E-4584-96F3-ADD93590945D}" presName="rootText" presStyleLbl="node2" presStyleIdx="4" presStyleCnt="6" custScaleY="147478">
        <dgm:presLayoutVars>
          <dgm:chPref val="3"/>
        </dgm:presLayoutVars>
      </dgm:prSet>
      <dgm:spPr/>
    </dgm:pt>
    <dgm:pt modelId="{6DAC4284-7BDF-4A53-935A-FBE557818792}" type="pres">
      <dgm:prSet presAssocID="{28B0275E-739E-4584-96F3-ADD93590945D}" presName="rootConnector" presStyleLbl="node2" presStyleIdx="4" presStyleCnt="6"/>
      <dgm:spPr/>
    </dgm:pt>
    <dgm:pt modelId="{A78F0A79-6BF5-4D0F-9FD4-596BD84459BD}" type="pres">
      <dgm:prSet presAssocID="{28B0275E-739E-4584-96F3-ADD93590945D}" presName="hierChild4" presStyleCnt="0"/>
      <dgm:spPr/>
    </dgm:pt>
    <dgm:pt modelId="{98E7DF7E-C5FC-4EB1-88C7-A243C874EFAC}" type="pres">
      <dgm:prSet presAssocID="{28B0275E-739E-4584-96F3-ADD93590945D}" presName="hierChild5" presStyleCnt="0"/>
      <dgm:spPr/>
    </dgm:pt>
    <dgm:pt modelId="{5E315243-2C79-493F-AE37-10F8CBD5C05F}" type="pres">
      <dgm:prSet presAssocID="{C8022107-B0A1-4056-BF7A-1891D0EF2DAE}" presName="Name37" presStyleLbl="parChTrans1D2" presStyleIdx="5" presStyleCnt="6"/>
      <dgm:spPr/>
    </dgm:pt>
    <dgm:pt modelId="{7EAFF1C8-A083-4241-A0EF-BD9D3729E8EF}" type="pres">
      <dgm:prSet presAssocID="{6A1EA01C-EBA7-4F6F-9329-167A29905EAC}" presName="hierRoot2" presStyleCnt="0">
        <dgm:presLayoutVars>
          <dgm:hierBranch val="init"/>
        </dgm:presLayoutVars>
      </dgm:prSet>
      <dgm:spPr/>
    </dgm:pt>
    <dgm:pt modelId="{CA6BA1A7-1647-4DC0-90CE-EC969CD5DF0D}" type="pres">
      <dgm:prSet presAssocID="{6A1EA01C-EBA7-4F6F-9329-167A29905EAC}" presName="rootComposite" presStyleCnt="0"/>
      <dgm:spPr/>
    </dgm:pt>
    <dgm:pt modelId="{737AECB0-594F-4C5B-B92F-3FE4CA7B0AFB}" type="pres">
      <dgm:prSet presAssocID="{6A1EA01C-EBA7-4F6F-9329-167A29905EAC}" presName="rootText" presStyleLbl="node2" presStyleIdx="5" presStyleCnt="6" custScaleY="143162">
        <dgm:presLayoutVars>
          <dgm:chPref val="3"/>
        </dgm:presLayoutVars>
      </dgm:prSet>
      <dgm:spPr/>
    </dgm:pt>
    <dgm:pt modelId="{26965BED-B2E1-4C2D-9D40-D8936CCE8463}" type="pres">
      <dgm:prSet presAssocID="{6A1EA01C-EBA7-4F6F-9329-167A29905EAC}" presName="rootConnector" presStyleLbl="node2" presStyleIdx="5" presStyleCnt="6"/>
      <dgm:spPr/>
    </dgm:pt>
    <dgm:pt modelId="{B0EFC0B9-674C-45A2-9749-A55D1E6C65A6}" type="pres">
      <dgm:prSet presAssocID="{6A1EA01C-EBA7-4F6F-9329-167A29905EAC}" presName="hierChild4" presStyleCnt="0"/>
      <dgm:spPr/>
    </dgm:pt>
    <dgm:pt modelId="{486018CF-3FB9-43AA-A373-6D482F899579}" type="pres">
      <dgm:prSet presAssocID="{6A1EA01C-EBA7-4F6F-9329-167A29905EAC}" presName="hierChild5" presStyleCnt="0"/>
      <dgm:spPr/>
    </dgm:pt>
    <dgm:pt modelId="{E0DDDEAB-1AA4-4C66-913D-A5DC889D4165}" type="pres">
      <dgm:prSet presAssocID="{7B82C785-B367-4BD1-91BD-ABB4E6662932}" presName="hierChild3" presStyleCnt="0"/>
      <dgm:spPr/>
    </dgm:pt>
  </dgm:ptLst>
  <dgm:cxnLst>
    <dgm:cxn modelId="{97655509-BFB6-403F-B8D0-AA550796D416}" type="presOf" srcId="{71050C92-2E95-477F-8F21-1C6505C45E21}" destId="{A164DB9E-0686-4EB7-A098-42E93AC31613}" srcOrd="1" destOrd="0" presId="urn:microsoft.com/office/officeart/2005/8/layout/orgChart1"/>
    <dgm:cxn modelId="{3B845111-651C-40A8-9D59-043FC2481714}" type="presOf" srcId="{625A76C8-755C-402E-B390-B755CCB0F697}" destId="{4FE91C9D-6F87-43B5-9C6F-E4B127FD0192}" srcOrd="0" destOrd="0" presId="urn:microsoft.com/office/officeart/2005/8/layout/orgChart1"/>
    <dgm:cxn modelId="{95583915-4758-41C0-B9AF-0F317845A106}" type="presOf" srcId="{7B82C785-B367-4BD1-91BD-ABB4E6662932}" destId="{BF9844AD-FE71-4399-82B9-F4D078015DB6}" srcOrd="0" destOrd="0" presId="urn:microsoft.com/office/officeart/2005/8/layout/orgChart1"/>
    <dgm:cxn modelId="{C0E4C032-9ABF-40B0-9B68-873EE21B1F7B}" type="presOf" srcId="{C8022107-B0A1-4056-BF7A-1891D0EF2DAE}" destId="{5E315243-2C79-493F-AE37-10F8CBD5C05F}" srcOrd="0" destOrd="0" presId="urn:microsoft.com/office/officeart/2005/8/layout/orgChart1"/>
    <dgm:cxn modelId="{E0DCB942-3549-4BC2-AEA6-E4D1467FFA11}" type="presOf" srcId="{82C9C883-1F58-4D8A-8621-A3FD8062AFCB}" destId="{CA263BF2-A303-4DF2-8E1E-78CB1C6D2BE3}" srcOrd="0" destOrd="0" presId="urn:microsoft.com/office/officeart/2005/8/layout/orgChart1"/>
    <dgm:cxn modelId="{9E7BD869-2932-4A35-9CAF-B89338CB4D78}" type="presOf" srcId="{B9971D1A-197A-4064-9FEE-F23CAAD8A082}" destId="{4B4C0480-07DD-4CC6-B775-1D82491A25B8}" srcOrd="0" destOrd="0" presId="urn:microsoft.com/office/officeart/2005/8/layout/orgChart1"/>
    <dgm:cxn modelId="{5811AB70-C14D-46D3-B4F2-1E137D68A241}" type="presOf" srcId="{28B0275E-739E-4584-96F3-ADD93590945D}" destId="{4D9EA783-B62D-450F-AA5C-8879F120287E}" srcOrd="0" destOrd="0" presId="urn:microsoft.com/office/officeart/2005/8/layout/orgChart1"/>
    <dgm:cxn modelId="{96692474-7D27-4DDA-BC97-F8F5A68FAE81}" type="presOf" srcId="{28B0275E-739E-4584-96F3-ADD93590945D}" destId="{6DAC4284-7BDF-4A53-935A-FBE557818792}" srcOrd="1" destOrd="0" presId="urn:microsoft.com/office/officeart/2005/8/layout/orgChart1"/>
    <dgm:cxn modelId="{06532D5A-E3DD-459C-A9D7-FBA365C5B7BA}" srcId="{7B82C785-B367-4BD1-91BD-ABB4E6662932}" destId="{8AF04768-6DE0-4BB7-8571-D9C03DE9637C}" srcOrd="0" destOrd="0" parTransId="{B9971D1A-197A-4064-9FEE-F23CAAD8A082}" sibTransId="{3D4ECFC6-0DB2-4952-81AE-9442F124CC45}"/>
    <dgm:cxn modelId="{CDB7E55A-DD39-4930-B35C-26CFC3089D0D}" type="presOf" srcId="{71050C92-2E95-477F-8F21-1C6505C45E21}" destId="{8E4B9DA3-74AF-47E6-86EC-0CF3D0EA41BD}" srcOrd="0" destOrd="0" presId="urn:microsoft.com/office/officeart/2005/8/layout/orgChart1"/>
    <dgm:cxn modelId="{B5915389-F54D-4B0C-807B-32D914C81324}" type="presOf" srcId="{EEEBB6A1-81F7-40A2-BB4E-18237A6C3138}" destId="{5826AEF7-FA3C-433A-BD82-E508650F2515}" srcOrd="1" destOrd="0" presId="urn:microsoft.com/office/officeart/2005/8/layout/orgChart1"/>
    <dgm:cxn modelId="{6794768E-DAD1-4F08-A629-2455C8338919}" srcId="{7B82C785-B367-4BD1-91BD-ABB4E6662932}" destId="{7DBA6205-E916-46D4-89B8-4921AAB7FD20}" srcOrd="2" destOrd="0" parTransId="{5ECEABA9-9405-4B2D-86BF-9355543F7DA2}" sibTransId="{6E12F760-67C9-4277-9B89-7301EAF0D971}"/>
    <dgm:cxn modelId="{32BC4099-B6C1-4DE1-99EC-FC333CC75772}" type="presOf" srcId="{8AF04768-6DE0-4BB7-8571-D9C03DE9637C}" destId="{F9B6F8B0-4974-4F2E-B4EF-82EF35BC480C}" srcOrd="0" destOrd="0" presId="urn:microsoft.com/office/officeart/2005/8/layout/orgChart1"/>
    <dgm:cxn modelId="{FA10EC9D-C7E0-45C3-8DA5-DAEE4141771D}" srcId="{7B82C785-B367-4BD1-91BD-ABB4E6662932}" destId="{6A1EA01C-EBA7-4F6F-9329-167A29905EAC}" srcOrd="5" destOrd="0" parTransId="{C8022107-B0A1-4056-BF7A-1891D0EF2DAE}" sibTransId="{87152AA0-AB99-43E8-A2D6-F6A2430F3C46}"/>
    <dgm:cxn modelId="{1C4C239E-82F3-4E92-A78C-DC5433FDFA0E}" srcId="{7B82C785-B367-4BD1-91BD-ABB4E6662932}" destId="{EEEBB6A1-81F7-40A2-BB4E-18237A6C3138}" srcOrd="3" destOrd="0" parTransId="{BB139FC9-E201-4079-B57A-FFE1DCDAAAB5}" sibTransId="{F7CF0FC4-D4C1-432C-A15D-B284CA0E0D12}"/>
    <dgm:cxn modelId="{E3F42CA3-46C5-4CBD-9837-F54FEF8E5397}" srcId="{82C9C883-1F58-4D8A-8621-A3FD8062AFCB}" destId="{7B82C785-B367-4BD1-91BD-ABB4E6662932}" srcOrd="0" destOrd="0" parTransId="{A42B85D0-83FE-4075-B872-7460032FECEF}" sibTransId="{E482F6F5-F1C2-4E49-8944-C56C4F003906}"/>
    <dgm:cxn modelId="{9272B6A3-C481-446A-B8F1-2732971BE095}" type="presOf" srcId="{5ECEABA9-9405-4B2D-86BF-9355543F7DA2}" destId="{A3B5FB90-E0FF-4AB7-824F-A603B0D23AD9}" srcOrd="0" destOrd="0" presId="urn:microsoft.com/office/officeart/2005/8/layout/orgChart1"/>
    <dgm:cxn modelId="{128B6AB4-A1E8-495C-AC5A-1C3DEB9D701B}" type="presOf" srcId="{7B82C785-B367-4BD1-91BD-ABB4E6662932}" destId="{BDD5C4C8-AE88-4813-B6F6-0156EC48C11D}" srcOrd="1" destOrd="0" presId="urn:microsoft.com/office/officeart/2005/8/layout/orgChart1"/>
    <dgm:cxn modelId="{3436D1B6-6BB5-411B-9938-A0A5675DD558}" type="presOf" srcId="{D7AAA98B-A4CD-4744-9A84-DB507A1FFE6E}" destId="{A8A29054-B3A2-4ECD-8A24-A6E23BA22297}" srcOrd="0" destOrd="0" presId="urn:microsoft.com/office/officeart/2005/8/layout/orgChart1"/>
    <dgm:cxn modelId="{A19432B7-CEE6-422D-9BB8-D30C06958AB1}" type="presOf" srcId="{6A1EA01C-EBA7-4F6F-9329-167A29905EAC}" destId="{26965BED-B2E1-4C2D-9D40-D8936CCE8463}" srcOrd="1" destOrd="0" presId="urn:microsoft.com/office/officeart/2005/8/layout/orgChart1"/>
    <dgm:cxn modelId="{1E2EE6BC-1B93-40F9-8217-6644C5F149D6}" type="presOf" srcId="{BB139FC9-E201-4079-B57A-FFE1DCDAAAB5}" destId="{AAF27685-B92C-4B6A-B15C-06DA2E1751AB}" srcOrd="0" destOrd="0" presId="urn:microsoft.com/office/officeart/2005/8/layout/orgChart1"/>
    <dgm:cxn modelId="{90CA0DE0-0E4A-47A4-9194-33576E3805C6}" type="presOf" srcId="{EEEBB6A1-81F7-40A2-BB4E-18237A6C3138}" destId="{E76B48CA-9B45-43FF-AEC3-DA03E18191C1}" srcOrd="0" destOrd="0" presId="urn:microsoft.com/office/officeart/2005/8/layout/orgChart1"/>
    <dgm:cxn modelId="{EFF13EE0-9C7D-4D3D-91AC-DF06E2FBBF77}" type="presOf" srcId="{7DBA6205-E916-46D4-89B8-4921AAB7FD20}" destId="{A38B7043-58F6-4DDA-A115-F705F22A9A71}" srcOrd="0" destOrd="0" presId="urn:microsoft.com/office/officeart/2005/8/layout/orgChart1"/>
    <dgm:cxn modelId="{F8F3B0E3-1442-41B4-A301-EA0C6DCC49A4}" srcId="{7B82C785-B367-4BD1-91BD-ABB4E6662932}" destId="{71050C92-2E95-477F-8F21-1C6505C45E21}" srcOrd="1" destOrd="0" parTransId="{625A76C8-755C-402E-B390-B755CCB0F697}" sibTransId="{93A6F417-6835-4541-A0C8-6E68FEF393CC}"/>
    <dgm:cxn modelId="{464A53E5-A5C0-4C6C-9957-3F9C69964D29}" type="presOf" srcId="{7DBA6205-E916-46D4-89B8-4921AAB7FD20}" destId="{D053368C-8F84-4326-943F-AB28D07636D7}" srcOrd="1" destOrd="0" presId="urn:microsoft.com/office/officeart/2005/8/layout/orgChart1"/>
    <dgm:cxn modelId="{1A8257E5-FE83-4934-A4CE-8D72A042E11B}" srcId="{7B82C785-B367-4BD1-91BD-ABB4E6662932}" destId="{28B0275E-739E-4584-96F3-ADD93590945D}" srcOrd="4" destOrd="0" parTransId="{D7AAA98B-A4CD-4744-9A84-DB507A1FFE6E}" sibTransId="{CF933C02-A6B2-458A-93D9-7B91D94A869D}"/>
    <dgm:cxn modelId="{4B3CE4F0-6A8D-449A-8645-35116CAE911E}" type="presOf" srcId="{8AF04768-6DE0-4BB7-8571-D9C03DE9637C}" destId="{9661F6BB-7A30-4F6D-9B9C-B3A4D7DF9E0F}" srcOrd="1" destOrd="0" presId="urn:microsoft.com/office/officeart/2005/8/layout/orgChart1"/>
    <dgm:cxn modelId="{2F92CDF9-97AE-41B9-B114-151EB091E15F}" type="presOf" srcId="{6A1EA01C-EBA7-4F6F-9329-167A29905EAC}" destId="{737AECB0-594F-4C5B-B92F-3FE4CA7B0AFB}" srcOrd="0" destOrd="0" presId="urn:microsoft.com/office/officeart/2005/8/layout/orgChart1"/>
    <dgm:cxn modelId="{485285B4-7F4B-4DB2-9CC2-9524CB29741B}" type="presParOf" srcId="{CA263BF2-A303-4DF2-8E1E-78CB1C6D2BE3}" destId="{D69D814A-B4FA-44D2-9505-FDBF5B79E45C}" srcOrd="0" destOrd="0" presId="urn:microsoft.com/office/officeart/2005/8/layout/orgChart1"/>
    <dgm:cxn modelId="{A44BD959-1891-438C-9A9F-27302D94ED40}" type="presParOf" srcId="{D69D814A-B4FA-44D2-9505-FDBF5B79E45C}" destId="{CD18EC28-47E5-48F9-8127-FF5C57D527BB}" srcOrd="0" destOrd="0" presId="urn:microsoft.com/office/officeart/2005/8/layout/orgChart1"/>
    <dgm:cxn modelId="{D10B9824-E1E3-4A3D-8101-F84B3652A50B}" type="presParOf" srcId="{CD18EC28-47E5-48F9-8127-FF5C57D527BB}" destId="{BF9844AD-FE71-4399-82B9-F4D078015DB6}" srcOrd="0" destOrd="0" presId="urn:microsoft.com/office/officeart/2005/8/layout/orgChart1"/>
    <dgm:cxn modelId="{78449C1C-9576-4474-ABD4-56137999B393}" type="presParOf" srcId="{CD18EC28-47E5-48F9-8127-FF5C57D527BB}" destId="{BDD5C4C8-AE88-4813-B6F6-0156EC48C11D}" srcOrd="1" destOrd="0" presId="urn:microsoft.com/office/officeart/2005/8/layout/orgChart1"/>
    <dgm:cxn modelId="{67FFEB61-C2E5-4D00-9633-0FC0DD0012A1}" type="presParOf" srcId="{D69D814A-B4FA-44D2-9505-FDBF5B79E45C}" destId="{140A92CE-1827-4908-B319-DE2B52245346}" srcOrd="1" destOrd="0" presId="urn:microsoft.com/office/officeart/2005/8/layout/orgChart1"/>
    <dgm:cxn modelId="{28BDCA78-BAAD-482A-9BE9-C9A3381DCA1F}" type="presParOf" srcId="{140A92CE-1827-4908-B319-DE2B52245346}" destId="{4B4C0480-07DD-4CC6-B775-1D82491A25B8}" srcOrd="0" destOrd="0" presId="urn:microsoft.com/office/officeart/2005/8/layout/orgChart1"/>
    <dgm:cxn modelId="{D35C024C-08F0-44CF-8B92-D234FF66585F}" type="presParOf" srcId="{140A92CE-1827-4908-B319-DE2B52245346}" destId="{66BE504F-3567-49A2-BCBE-8E8320654CFF}" srcOrd="1" destOrd="0" presId="urn:microsoft.com/office/officeart/2005/8/layout/orgChart1"/>
    <dgm:cxn modelId="{9E838809-CCFA-4654-8827-2418BDC2C8E3}" type="presParOf" srcId="{66BE504F-3567-49A2-BCBE-8E8320654CFF}" destId="{4DDE1B9E-D0BB-4DE8-8236-954FB8E00C62}" srcOrd="0" destOrd="0" presId="urn:microsoft.com/office/officeart/2005/8/layout/orgChart1"/>
    <dgm:cxn modelId="{8A106273-D059-46CA-BB3F-D57EDA07B447}" type="presParOf" srcId="{4DDE1B9E-D0BB-4DE8-8236-954FB8E00C62}" destId="{F9B6F8B0-4974-4F2E-B4EF-82EF35BC480C}" srcOrd="0" destOrd="0" presId="urn:microsoft.com/office/officeart/2005/8/layout/orgChart1"/>
    <dgm:cxn modelId="{1060DEE9-FD94-45B8-8E1D-CF95000AA167}" type="presParOf" srcId="{4DDE1B9E-D0BB-4DE8-8236-954FB8E00C62}" destId="{9661F6BB-7A30-4F6D-9B9C-B3A4D7DF9E0F}" srcOrd="1" destOrd="0" presId="urn:microsoft.com/office/officeart/2005/8/layout/orgChart1"/>
    <dgm:cxn modelId="{CB9AB450-C413-47DD-B323-5471C4805F11}" type="presParOf" srcId="{66BE504F-3567-49A2-BCBE-8E8320654CFF}" destId="{0CD17F89-F66B-47E2-A63D-2D5B9A68FC86}" srcOrd="1" destOrd="0" presId="urn:microsoft.com/office/officeart/2005/8/layout/orgChart1"/>
    <dgm:cxn modelId="{A9FE31DD-677C-4811-8FB3-23E48C8978BE}" type="presParOf" srcId="{66BE504F-3567-49A2-BCBE-8E8320654CFF}" destId="{76222445-C83D-4DA2-A976-3E70FCE95B25}" srcOrd="2" destOrd="0" presId="urn:microsoft.com/office/officeart/2005/8/layout/orgChart1"/>
    <dgm:cxn modelId="{63DF1195-8477-4015-8CFC-D523B02A9585}" type="presParOf" srcId="{140A92CE-1827-4908-B319-DE2B52245346}" destId="{4FE91C9D-6F87-43B5-9C6F-E4B127FD0192}" srcOrd="2" destOrd="0" presId="urn:microsoft.com/office/officeart/2005/8/layout/orgChart1"/>
    <dgm:cxn modelId="{E8107145-AF36-438A-9EC8-956151464861}" type="presParOf" srcId="{140A92CE-1827-4908-B319-DE2B52245346}" destId="{D82DCD90-F438-4B25-9F8A-2FA3C8F7F496}" srcOrd="3" destOrd="0" presId="urn:microsoft.com/office/officeart/2005/8/layout/orgChart1"/>
    <dgm:cxn modelId="{60EF06ED-07CA-49BB-A3E2-9B9FB8224143}" type="presParOf" srcId="{D82DCD90-F438-4B25-9F8A-2FA3C8F7F496}" destId="{C64341D4-B463-47AE-9209-8E49859ACD2B}" srcOrd="0" destOrd="0" presId="urn:microsoft.com/office/officeart/2005/8/layout/orgChart1"/>
    <dgm:cxn modelId="{2EC9894D-C0C3-43CA-B5F7-232368061160}" type="presParOf" srcId="{C64341D4-B463-47AE-9209-8E49859ACD2B}" destId="{8E4B9DA3-74AF-47E6-86EC-0CF3D0EA41BD}" srcOrd="0" destOrd="0" presId="urn:microsoft.com/office/officeart/2005/8/layout/orgChart1"/>
    <dgm:cxn modelId="{4E2F34F5-4B49-47CD-9865-0C2664D9D41D}" type="presParOf" srcId="{C64341D4-B463-47AE-9209-8E49859ACD2B}" destId="{A164DB9E-0686-4EB7-A098-42E93AC31613}" srcOrd="1" destOrd="0" presId="urn:microsoft.com/office/officeart/2005/8/layout/orgChart1"/>
    <dgm:cxn modelId="{6697A31D-6312-48B0-A72C-517F406B7C40}" type="presParOf" srcId="{D82DCD90-F438-4B25-9F8A-2FA3C8F7F496}" destId="{72793B66-CE7A-4FF6-9710-6806485FB340}" srcOrd="1" destOrd="0" presId="urn:microsoft.com/office/officeart/2005/8/layout/orgChart1"/>
    <dgm:cxn modelId="{665B7E87-6C01-4250-8436-D3CD690B9BAD}" type="presParOf" srcId="{D82DCD90-F438-4B25-9F8A-2FA3C8F7F496}" destId="{5620F6CF-1C61-496D-A19F-9D652C3E0550}" srcOrd="2" destOrd="0" presId="urn:microsoft.com/office/officeart/2005/8/layout/orgChart1"/>
    <dgm:cxn modelId="{BA0A7D94-5002-427D-B051-CB56D8CF4B07}" type="presParOf" srcId="{140A92CE-1827-4908-B319-DE2B52245346}" destId="{A3B5FB90-E0FF-4AB7-824F-A603B0D23AD9}" srcOrd="4" destOrd="0" presId="urn:microsoft.com/office/officeart/2005/8/layout/orgChart1"/>
    <dgm:cxn modelId="{ED808152-6282-498D-B45C-25BB4FF60832}" type="presParOf" srcId="{140A92CE-1827-4908-B319-DE2B52245346}" destId="{05D70193-7C8A-4F06-B497-20BB6CF26410}" srcOrd="5" destOrd="0" presId="urn:microsoft.com/office/officeart/2005/8/layout/orgChart1"/>
    <dgm:cxn modelId="{03504E26-E2B3-4892-BFFC-605708E37FDE}" type="presParOf" srcId="{05D70193-7C8A-4F06-B497-20BB6CF26410}" destId="{DF72ACC4-7372-4702-B427-B89DB3CD747C}" srcOrd="0" destOrd="0" presId="urn:microsoft.com/office/officeart/2005/8/layout/orgChart1"/>
    <dgm:cxn modelId="{02F8A373-E120-49B2-8720-C437D0CD6D57}" type="presParOf" srcId="{DF72ACC4-7372-4702-B427-B89DB3CD747C}" destId="{A38B7043-58F6-4DDA-A115-F705F22A9A71}" srcOrd="0" destOrd="0" presId="urn:microsoft.com/office/officeart/2005/8/layout/orgChart1"/>
    <dgm:cxn modelId="{C04053C6-903B-4534-A60F-E14E9050209F}" type="presParOf" srcId="{DF72ACC4-7372-4702-B427-B89DB3CD747C}" destId="{D053368C-8F84-4326-943F-AB28D07636D7}" srcOrd="1" destOrd="0" presId="urn:microsoft.com/office/officeart/2005/8/layout/orgChart1"/>
    <dgm:cxn modelId="{3A9DA697-C49E-4740-A67C-F0B855FF8D5D}" type="presParOf" srcId="{05D70193-7C8A-4F06-B497-20BB6CF26410}" destId="{10AD3D8D-19A2-47CB-87A1-B2D65DCA93C1}" srcOrd="1" destOrd="0" presId="urn:microsoft.com/office/officeart/2005/8/layout/orgChart1"/>
    <dgm:cxn modelId="{74F9B465-E8D1-4B00-B9C5-651CD8EE4B86}" type="presParOf" srcId="{05D70193-7C8A-4F06-B497-20BB6CF26410}" destId="{AB9609FB-426B-4EFA-9463-06FFBC97B4C1}" srcOrd="2" destOrd="0" presId="urn:microsoft.com/office/officeart/2005/8/layout/orgChart1"/>
    <dgm:cxn modelId="{AD429E7A-A147-44DF-8BE4-9CED41B3B928}" type="presParOf" srcId="{140A92CE-1827-4908-B319-DE2B52245346}" destId="{AAF27685-B92C-4B6A-B15C-06DA2E1751AB}" srcOrd="6" destOrd="0" presId="urn:microsoft.com/office/officeart/2005/8/layout/orgChart1"/>
    <dgm:cxn modelId="{80CD42D0-74FF-4555-B156-EDD8EF03E495}" type="presParOf" srcId="{140A92CE-1827-4908-B319-DE2B52245346}" destId="{857026B0-49B8-4E12-AC59-6B3761E042C8}" srcOrd="7" destOrd="0" presId="urn:microsoft.com/office/officeart/2005/8/layout/orgChart1"/>
    <dgm:cxn modelId="{5BF3C79A-8315-4944-A20E-FB7F4753D900}" type="presParOf" srcId="{857026B0-49B8-4E12-AC59-6B3761E042C8}" destId="{9A4AF485-86E7-45CF-ACC9-0F7843097D1B}" srcOrd="0" destOrd="0" presId="urn:microsoft.com/office/officeart/2005/8/layout/orgChart1"/>
    <dgm:cxn modelId="{C3A3F7D6-1062-4281-879C-B3258AADE3CC}" type="presParOf" srcId="{9A4AF485-86E7-45CF-ACC9-0F7843097D1B}" destId="{E76B48CA-9B45-43FF-AEC3-DA03E18191C1}" srcOrd="0" destOrd="0" presId="urn:microsoft.com/office/officeart/2005/8/layout/orgChart1"/>
    <dgm:cxn modelId="{4CA83226-5EDD-4F2B-94D3-420690D1E371}" type="presParOf" srcId="{9A4AF485-86E7-45CF-ACC9-0F7843097D1B}" destId="{5826AEF7-FA3C-433A-BD82-E508650F2515}" srcOrd="1" destOrd="0" presId="urn:microsoft.com/office/officeart/2005/8/layout/orgChart1"/>
    <dgm:cxn modelId="{FDE5905A-8A13-4038-862C-FDE278530580}" type="presParOf" srcId="{857026B0-49B8-4E12-AC59-6B3761E042C8}" destId="{EC7EAF40-5E7B-4084-8B1F-B05D03199634}" srcOrd="1" destOrd="0" presId="urn:microsoft.com/office/officeart/2005/8/layout/orgChart1"/>
    <dgm:cxn modelId="{C178F14B-1C51-46F5-B14C-79E5C1A4073E}" type="presParOf" srcId="{857026B0-49B8-4E12-AC59-6B3761E042C8}" destId="{AE514B3E-CDCA-4F35-855D-A32263B161A1}" srcOrd="2" destOrd="0" presId="urn:microsoft.com/office/officeart/2005/8/layout/orgChart1"/>
    <dgm:cxn modelId="{7BF08A28-6506-432A-A61E-CAAFB52319CD}" type="presParOf" srcId="{140A92CE-1827-4908-B319-DE2B52245346}" destId="{A8A29054-B3A2-4ECD-8A24-A6E23BA22297}" srcOrd="8" destOrd="0" presId="urn:microsoft.com/office/officeart/2005/8/layout/orgChart1"/>
    <dgm:cxn modelId="{7F135BA1-E56C-4EF4-8037-7D5AB424DEB2}" type="presParOf" srcId="{140A92CE-1827-4908-B319-DE2B52245346}" destId="{18055E1C-D5C6-4BF4-ABC8-3A7ABB7153CC}" srcOrd="9" destOrd="0" presId="urn:microsoft.com/office/officeart/2005/8/layout/orgChart1"/>
    <dgm:cxn modelId="{70ECCB3D-D7C2-4FA6-B031-06E873E5C21D}" type="presParOf" srcId="{18055E1C-D5C6-4BF4-ABC8-3A7ABB7153CC}" destId="{4562DC5E-5C10-40A3-8160-1A086F52EB08}" srcOrd="0" destOrd="0" presId="urn:microsoft.com/office/officeart/2005/8/layout/orgChart1"/>
    <dgm:cxn modelId="{46F3F77A-BCCF-4EB3-A681-4927821ECC8E}" type="presParOf" srcId="{4562DC5E-5C10-40A3-8160-1A086F52EB08}" destId="{4D9EA783-B62D-450F-AA5C-8879F120287E}" srcOrd="0" destOrd="0" presId="urn:microsoft.com/office/officeart/2005/8/layout/orgChart1"/>
    <dgm:cxn modelId="{8AEC6510-0638-4A7A-A101-3A2702C855B3}" type="presParOf" srcId="{4562DC5E-5C10-40A3-8160-1A086F52EB08}" destId="{6DAC4284-7BDF-4A53-935A-FBE557818792}" srcOrd="1" destOrd="0" presId="urn:microsoft.com/office/officeart/2005/8/layout/orgChart1"/>
    <dgm:cxn modelId="{5343BD7F-AABA-465E-8AAC-0B450548416D}" type="presParOf" srcId="{18055E1C-D5C6-4BF4-ABC8-3A7ABB7153CC}" destId="{A78F0A79-6BF5-4D0F-9FD4-596BD84459BD}" srcOrd="1" destOrd="0" presId="urn:microsoft.com/office/officeart/2005/8/layout/orgChart1"/>
    <dgm:cxn modelId="{2612FF8A-0349-4BEE-BED8-45B6F26A993D}" type="presParOf" srcId="{18055E1C-D5C6-4BF4-ABC8-3A7ABB7153CC}" destId="{98E7DF7E-C5FC-4EB1-88C7-A243C874EFAC}" srcOrd="2" destOrd="0" presId="urn:microsoft.com/office/officeart/2005/8/layout/orgChart1"/>
    <dgm:cxn modelId="{6B78C556-826E-4628-8704-C82E70AB0C5A}" type="presParOf" srcId="{140A92CE-1827-4908-B319-DE2B52245346}" destId="{5E315243-2C79-493F-AE37-10F8CBD5C05F}" srcOrd="10" destOrd="0" presId="urn:microsoft.com/office/officeart/2005/8/layout/orgChart1"/>
    <dgm:cxn modelId="{068C021A-918C-4804-9C3C-331627E6EA4A}" type="presParOf" srcId="{140A92CE-1827-4908-B319-DE2B52245346}" destId="{7EAFF1C8-A083-4241-A0EF-BD9D3729E8EF}" srcOrd="11" destOrd="0" presId="urn:microsoft.com/office/officeart/2005/8/layout/orgChart1"/>
    <dgm:cxn modelId="{A71CF815-4168-4F25-9DDF-7A39305B0F38}" type="presParOf" srcId="{7EAFF1C8-A083-4241-A0EF-BD9D3729E8EF}" destId="{CA6BA1A7-1647-4DC0-90CE-EC969CD5DF0D}" srcOrd="0" destOrd="0" presId="urn:microsoft.com/office/officeart/2005/8/layout/orgChart1"/>
    <dgm:cxn modelId="{5E989391-0612-43F7-BAAF-48C08F0FB52E}" type="presParOf" srcId="{CA6BA1A7-1647-4DC0-90CE-EC969CD5DF0D}" destId="{737AECB0-594F-4C5B-B92F-3FE4CA7B0AFB}" srcOrd="0" destOrd="0" presId="urn:microsoft.com/office/officeart/2005/8/layout/orgChart1"/>
    <dgm:cxn modelId="{E8D2D76A-61F7-418B-B345-94119614DB1A}" type="presParOf" srcId="{CA6BA1A7-1647-4DC0-90CE-EC969CD5DF0D}" destId="{26965BED-B2E1-4C2D-9D40-D8936CCE8463}" srcOrd="1" destOrd="0" presId="urn:microsoft.com/office/officeart/2005/8/layout/orgChart1"/>
    <dgm:cxn modelId="{4A11B2D3-4265-43C1-8B01-750C711C35C1}" type="presParOf" srcId="{7EAFF1C8-A083-4241-A0EF-BD9D3729E8EF}" destId="{B0EFC0B9-674C-45A2-9749-A55D1E6C65A6}" srcOrd="1" destOrd="0" presId="urn:microsoft.com/office/officeart/2005/8/layout/orgChart1"/>
    <dgm:cxn modelId="{17CBA623-FA0C-4EE0-BC62-CC0E0DFA7741}" type="presParOf" srcId="{7EAFF1C8-A083-4241-A0EF-BD9D3729E8EF}" destId="{486018CF-3FB9-43AA-A373-6D482F899579}" srcOrd="2" destOrd="0" presId="urn:microsoft.com/office/officeart/2005/8/layout/orgChart1"/>
    <dgm:cxn modelId="{A97B5637-63C3-41BD-BFFB-FBF0747B4817}" type="presParOf" srcId="{D69D814A-B4FA-44D2-9505-FDBF5B79E45C}" destId="{E0DDDEAB-1AA4-4C66-913D-A5DC889D416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15243-2C79-493F-AE37-10F8CBD5C05F}">
      <dsp:nvSpPr>
        <dsp:cNvPr id="0" name=""/>
        <dsp:cNvSpPr/>
      </dsp:nvSpPr>
      <dsp:spPr>
        <a:xfrm>
          <a:off x="4849816" y="2171390"/>
          <a:ext cx="4157782" cy="2886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347"/>
              </a:lnTo>
              <a:lnTo>
                <a:pt x="4157782" y="144347"/>
              </a:lnTo>
              <a:lnTo>
                <a:pt x="4157782" y="2886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A29054-B3A2-4ECD-8A24-A6E23BA22297}">
      <dsp:nvSpPr>
        <dsp:cNvPr id="0" name=""/>
        <dsp:cNvSpPr/>
      </dsp:nvSpPr>
      <dsp:spPr>
        <a:xfrm>
          <a:off x="4849816" y="2171390"/>
          <a:ext cx="2494350" cy="2886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347"/>
              </a:lnTo>
              <a:lnTo>
                <a:pt x="2494350" y="144347"/>
              </a:lnTo>
              <a:lnTo>
                <a:pt x="2494350" y="2886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F27685-B92C-4B6A-B15C-06DA2E1751AB}">
      <dsp:nvSpPr>
        <dsp:cNvPr id="0" name=""/>
        <dsp:cNvSpPr/>
      </dsp:nvSpPr>
      <dsp:spPr>
        <a:xfrm>
          <a:off x="4849816" y="2171390"/>
          <a:ext cx="830918" cy="2886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347"/>
              </a:lnTo>
              <a:lnTo>
                <a:pt x="830918" y="144347"/>
              </a:lnTo>
              <a:lnTo>
                <a:pt x="830918" y="2886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B5FB90-E0FF-4AB7-824F-A603B0D23AD9}">
      <dsp:nvSpPr>
        <dsp:cNvPr id="0" name=""/>
        <dsp:cNvSpPr/>
      </dsp:nvSpPr>
      <dsp:spPr>
        <a:xfrm>
          <a:off x="4017303" y="2171390"/>
          <a:ext cx="832513" cy="288694"/>
        </a:xfrm>
        <a:custGeom>
          <a:avLst/>
          <a:gdLst/>
          <a:ahLst/>
          <a:cxnLst/>
          <a:rect l="0" t="0" r="0" b="0"/>
          <a:pathLst>
            <a:path>
              <a:moveTo>
                <a:pt x="832513" y="0"/>
              </a:moveTo>
              <a:lnTo>
                <a:pt x="832513" y="144347"/>
              </a:lnTo>
              <a:lnTo>
                <a:pt x="0" y="144347"/>
              </a:lnTo>
              <a:lnTo>
                <a:pt x="0" y="2886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E91C9D-6F87-43B5-9C6F-E4B127FD0192}">
      <dsp:nvSpPr>
        <dsp:cNvPr id="0" name=""/>
        <dsp:cNvSpPr/>
      </dsp:nvSpPr>
      <dsp:spPr>
        <a:xfrm>
          <a:off x="2353871" y="2171390"/>
          <a:ext cx="2495945" cy="288694"/>
        </a:xfrm>
        <a:custGeom>
          <a:avLst/>
          <a:gdLst/>
          <a:ahLst/>
          <a:cxnLst/>
          <a:rect l="0" t="0" r="0" b="0"/>
          <a:pathLst>
            <a:path>
              <a:moveTo>
                <a:pt x="2495945" y="0"/>
              </a:moveTo>
              <a:lnTo>
                <a:pt x="2495945" y="144347"/>
              </a:lnTo>
              <a:lnTo>
                <a:pt x="0" y="144347"/>
              </a:lnTo>
              <a:lnTo>
                <a:pt x="0" y="2886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4C0480-07DD-4CC6-B775-1D82491A25B8}">
      <dsp:nvSpPr>
        <dsp:cNvPr id="0" name=""/>
        <dsp:cNvSpPr/>
      </dsp:nvSpPr>
      <dsp:spPr>
        <a:xfrm>
          <a:off x="690439" y="2171390"/>
          <a:ext cx="4159377" cy="288694"/>
        </a:xfrm>
        <a:custGeom>
          <a:avLst/>
          <a:gdLst/>
          <a:ahLst/>
          <a:cxnLst/>
          <a:rect l="0" t="0" r="0" b="0"/>
          <a:pathLst>
            <a:path>
              <a:moveTo>
                <a:pt x="4159377" y="0"/>
              </a:moveTo>
              <a:lnTo>
                <a:pt x="4159377" y="144347"/>
              </a:lnTo>
              <a:lnTo>
                <a:pt x="0" y="144347"/>
              </a:lnTo>
              <a:lnTo>
                <a:pt x="0" y="2886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9844AD-FE71-4399-82B9-F4D078015DB6}">
      <dsp:nvSpPr>
        <dsp:cNvPr id="0" name=""/>
        <dsp:cNvSpPr/>
      </dsp:nvSpPr>
      <dsp:spPr>
        <a:xfrm>
          <a:off x="950161" y="981713"/>
          <a:ext cx="7799310" cy="11896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400" kern="1200" dirty="0"/>
            <a:t>IPC Mechanisms</a:t>
          </a:r>
          <a:endParaRPr lang="en-US" sz="4400" kern="1200" dirty="0"/>
        </a:p>
      </dsp:txBody>
      <dsp:txXfrm>
        <a:off x="1008236" y="1039788"/>
        <a:ext cx="7683160" cy="1073527"/>
      </dsp:txXfrm>
    </dsp:sp>
    <dsp:sp modelId="{F9B6F8B0-4974-4F2E-B4EF-82EF35BC480C}">
      <dsp:nvSpPr>
        <dsp:cNvPr id="0" name=""/>
        <dsp:cNvSpPr/>
      </dsp:nvSpPr>
      <dsp:spPr>
        <a:xfrm>
          <a:off x="3070" y="2460085"/>
          <a:ext cx="1374737" cy="10730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/>
            <a:t>Files</a:t>
          </a:r>
          <a:endParaRPr lang="en-US" sz="3400" kern="1200" dirty="0"/>
        </a:p>
      </dsp:txBody>
      <dsp:txXfrm>
        <a:off x="3070" y="2460085"/>
        <a:ext cx="1374737" cy="1073051"/>
      </dsp:txXfrm>
    </dsp:sp>
    <dsp:sp modelId="{8E4B9DA3-74AF-47E6-86EC-0CF3D0EA41BD}">
      <dsp:nvSpPr>
        <dsp:cNvPr id="0" name=""/>
        <dsp:cNvSpPr/>
      </dsp:nvSpPr>
      <dsp:spPr>
        <a:xfrm>
          <a:off x="1666502" y="2460085"/>
          <a:ext cx="1374737" cy="1000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/>
            <a:t>Pipes</a:t>
          </a:r>
          <a:endParaRPr lang="en-US" sz="3400" kern="1200" dirty="0"/>
        </a:p>
      </dsp:txBody>
      <dsp:txXfrm>
        <a:off x="1666502" y="2460085"/>
        <a:ext cx="1374737" cy="1000877"/>
      </dsp:txXfrm>
    </dsp:sp>
    <dsp:sp modelId="{A38B7043-58F6-4DDA-A115-F705F22A9A71}">
      <dsp:nvSpPr>
        <dsp:cNvPr id="0" name=""/>
        <dsp:cNvSpPr/>
      </dsp:nvSpPr>
      <dsp:spPr>
        <a:xfrm>
          <a:off x="3329934" y="2460085"/>
          <a:ext cx="1374737" cy="10433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Message Queues</a:t>
          </a:r>
          <a:endParaRPr lang="en-US" sz="2800" kern="1200" dirty="0"/>
        </a:p>
      </dsp:txBody>
      <dsp:txXfrm>
        <a:off x="3329934" y="2460085"/>
        <a:ext cx="1374737" cy="1043384"/>
      </dsp:txXfrm>
    </dsp:sp>
    <dsp:sp modelId="{E76B48CA-9B45-43FF-AEC3-DA03E18191C1}">
      <dsp:nvSpPr>
        <dsp:cNvPr id="0" name=""/>
        <dsp:cNvSpPr/>
      </dsp:nvSpPr>
      <dsp:spPr>
        <a:xfrm>
          <a:off x="4993366" y="2460085"/>
          <a:ext cx="1374737" cy="10433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Shared Memory</a:t>
          </a:r>
          <a:endParaRPr lang="en-US" sz="3000" kern="1200" dirty="0"/>
        </a:p>
      </dsp:txBody>
      <dsp:txXfrm>
        <a:off x="4993366" y="2460085"/>
        <a:ext cx="1374737" cy="1043384"/>
      </dsp:txXfrm>
    </dsp:sp>
    <dsp:sp modelId="{4D9EA783-B62D-450F-AA5C-8879F120287E}">
      <dsp:nvSpPr>
        <dsp:cNvPr id="0" name=""/>
        <dsp:cNvSpPr/>
      </dsp:nvSpPr>
      <dsp:spPr>
        <a:xfrm>
          <a:off x="6656799" y="2460085"/>
          <a:ext cx="1374737" cy="10137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Signals</a:t>
          </a:r>
          <a:endParaRPr lang="en-US" sz="3000" kern="1200" dirty="0"/>
        </a:p>
      </dsp:txBody>
      <dsp:txXfrm>
        <a:off x="6656799" y="2460085"/>
        <a:ext cx="1374737" cy="1013717"/>
      </dsp:txXfrm>
    </dsp:sp>
    <dsp:sp modelId="{737AECB0-594F-4C5B-B92F-3FE4CA7B0AFB}">
      <dsp:nvSpPr>
        <dsp:cNvPr id="0" name=""/>
        <dsp:cNvSpPr/>
      </dsp:nvSpPr>
      <dsp:spPr>
        <a:xfrm>
          <a:off x="8320231" y="2460085"/>
          <a:ext cx="1374737" cy="984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Sockets</a:t>
          </a:r>
          <a:endParaRPr lang="en-US" sz="3000" kern="1200" dirty="0"/>
        </a:p>
      </dsp:txBody>
      <dsp:txXfrm>
        <a:off x="8320231" y="2460085"/>
        <a:ext cx="1374737" cy="984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20AD1-9C95-4113-8151-213F38548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0FAFC6-957D-4D6E-A5CB-4592B0BD7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9ADA-D33C-4DA5-8221-184AEED06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C53B-D63C-44B0-9320-B27FB16B8E3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708D2-F30B-4A00-9098-3E6CA8281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4176A-D5AF-494A-9CF4-CEB848E20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21EB-0FF6-4279-87D6-C4FCC955D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51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771ED-937C-4632-98FB-898CA09ED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20FC9-A573-4394-8EEF-876888155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4480B-A885-4AC4-B742-EC802A90E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C53B-D63C-44B0-9320-B27FB16B8E3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09F43-548B-4921-9D28-08C3B2C81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BD546-2E43-4CD7-9611-395FF641F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21EB-0FF6-4279-87D6-C4FCC955D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32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CD33E-FB3D-4C72-9427-F8B0D30F9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815A6-6D54-4BB1-98C1-A27522330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0C471-4B6E-46F2-8A7D-426C53A17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C53B-D63C-44B0-9320-B27FB16B8E3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0E14C-3FB6-4333-AABC-507752E5C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1E66A-8FEB-4599-BDCF-FDC1563F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21EB-0FF6-4279-87D6-C4FCC955D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60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F579-9665-439D-8E5E-F59A0633F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AF421-D88E-4D44-802F-4FB6F423E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EDB616-4764-4031-B11C-29D7D9CE5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E18BB-ABBD-44AA-9448-F8438EA63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C53B-D63C-44B0-9320-B27FB16B8E3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AC7CF-63C0-4423-B734-6B2BA9C0F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03C52-8640-4396-A20A-CC377010E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21EB-0FF6-4279-87D6-C4FCC955D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3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2EDD9-ACB8-4558-84DC-72A9D5C88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330AD-64C4-4E95-B941-D3573A550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CA2E6-7671-4865-9F75-CE2B3F880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CE673C-FC9B-4D0E-A256-BD112F7EA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CE6FD6-0974-4140-B9CD-2A0A84416D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CBC299-928F-4B04-8A03-F304D81AF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C53B-D63C-44B0-9320-B27FB16B8E3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356FC6-95D1-4237-80E9-89D498AF1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0DDC76-D450-430C-B090-3299F6B1B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21EB-0FF6-4279-87D6-C4FCC955D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21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B50E5-4DEB-4085-B87A-4B21D6080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D4DB8-D3C9-46FF-B9FF-2EEEE16C5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C53B-D63C-44B0-9320-B27FB16B8E3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03669E-FFB7-4875-93D5-EA18D69E0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377DC-3C8E-4252-B983-526187296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21EB-0FF6-4279-87D6-C4FCC955D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68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389D28-B10D-4565-BBF4-DAAB6684F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C53B-D63C-44B0-9320-B27FB16B8E3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F5FDCB-1754-41BC-9445-FD49A43B4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33A86-DC13-42BC-B8F3-56CAB7EDF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21EB-0FF6-4279-87D6-C4FCC955D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5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501EE-73DD-492D-BF8C-B329A311D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F3154-041B-4EA3-B9CE-9AF1F5F5D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D4521F-132E-4E33-806F-D210802BB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8A229-C822-4F64-B876-DD459BFC4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C53B-D63C-44B0-9320-B27FB16B8E3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522D4-2B6D-4B3D-BAF8-32D58B67B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9DCD8-B827-4E09-BDC5-9FF998FB9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21EB-0FF6-4279-87D6-C4FCC955D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9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14130-1E2F-43E1-A45D-B5D7FBC46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16F7AE-09DE-4DAD-B82D-6933E62949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CD0A3-AF6A-4E31-B2C2-8121A5D81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F779A-3C4A-4040-9D9A-02D3983A8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C53B-D63C-44B0-9320-B27FB16B8E3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599CE-E02E-433E-A263-C441D9D58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6C800-41C0-4E18-9A67-9E0750F5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21EB-0FF6-4279-87D6-C4FCC955D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30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A0F29-9D4F-45C7-BBFF-38A0EF91D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BA6F74-D538-4042-B752-AD3CCBA1D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E125D-64D7-48FA-A140-510D9977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C53B-D63C-44B0-9320-B27FB16B8E3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766C8-359C-47F5-834B-97298F353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2051B-85E6-4C08-8915-5151E0E4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21EB-0FF6-4279-87D6-C4FCC955D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5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E78A98-0875-47BA-8E5A-CA6C87D35F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16F50-F2FF-434A-AAB9-26F8F5E5B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A26F8-6490-4C4A-874D-844B82035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C53B-D63C-44B0-9320-B27FB16B8E3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93472-15D5-46B7-84CD-C7C46181F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53CB5-E0D0-4A23-9237-DE51275B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21EB-0FF6-4279-87D6-C4FCC955D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95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21BA5-A4AE-4099-AA26-70B030959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0C3F6-C424-4D18-910B-7BD135D9D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D54C9-9273-4177-88F2-FD021A1DE0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1C53B-D63C-44B0-9320-B27FB16B8E3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397D0-ADF9-4D7A-A41A-DC32D5550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01ADE-B87E-4781-B43F-A33E9FDB2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B21EB-0FF6-4279-87D6-C4FCC955D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71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237E05-08BA-D34E-362B-6558C73C437A}"/>
              </a:ext>
            </a:extLst>
          </p:cNvPr>
          <p:cNvSpPr/>
          <p:nvPr/>
        </p:nvSpPr>
        <p:spPr>
          <a:xfrm>
            <a:off x="1285875" y="685800"/>
            <a:ext cx="9686925" cy="4429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/>
              <a:t>Inter Process Communication</a:t>
            </a:r>
            <a:endParaRPr lang="en-US" sz="3200"/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D95FA52C-0A79-ECC0-79AD-728CDECD747C}"/>
              </a:ext>
            </a:extLst>
          </p:cNvPr>
          <p:cNvSpPr/>
          <p:nvPr/>
        </p:nvSpPr>
        <p:spPr>
          <a:xfrm>
            <a:off x="6944000" y="1752182"/>
            <a:ext cx="4295775" cy="3214688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Why Do We Need IPC?</a:t>
            </a:r>
            <a:endParaRPr lang="en-US" sz="28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0042C52-C34A-B1A6-10F9-78683A535DC8}"/>
              </a:ext>
            </a:extLst>
          </p:cNvPr>
          <p:cNvGrpSpPr/>
          <p:nvPr/>
        </p:nvGrpSpPr>
        <p:grpSpPr>
          <a:xfrm>
            <a:off x="1285875" y="2749927"/>
            <a:ext cx="5350242" cy="1707776"/>
            <a:chOff x="5838840" y="2357440"/>
            <a:chExt cx="5350242" cy="170777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63CA310-BC99-B772-2207-14EE005E04D8}"/>
                </a:ext>
              </a:extLst>
            </p:cNvPr>
            <p:cNvSpPr/>
            <p:nvPr/>
          </p:nvSpPr>
          <p:spPr>
            <a:xfrm>
              <a:off x="5838840" y="2357440"/>
              <a:ext cx="1653988" cy="170777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P1</a:t>
              </a:r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393F591-3554-0A8B-B389-F679AD952954}"/>
                </a:ext>
              </a:extLst>
            </p:cNvPr>
            <p:cNvSpPr/>
            <p:nvPr/>
          </p:nvSpPr>
          <p:spPr>
            <a:xfrm>
              <a:off x="9566472" y="2357440"/>
              <a:ext cx="1622610" cy="1707776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P2</a:t>
              </a:r>
              <a:endParaRPr lang="en-US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1F6CF0D-9283-581B-7E5C-EDD255473AC8}"/>
                </a:ext>
              </a:extLst>
            </p:cNvPr>
            <p:cNvSpPr/>
            <p:nvPr/>
          </p:nvSpPr>
          <p:spPr>
            <a:xfrm>
              <a:off x="7739071" y="2890840"/>
              <a:ext cx="1519518" cy="6858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IPC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44B2C93-9C35-01A9-AF9F-57D403646C9D}"/>
                </a:ext>
              </a:extLst>
            </p:cNvPr>
            <p:cNvSpPr/>
            <p:nvPr/>
          </p:nvSpPr>
          <p:spPr>
            <a:xfrm>
              <a:off x="5968826" y="2814640"/>
              <a:ext cx="327214" cy="45719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rgbClr val="FF0000"/>
                  </a:solidFill>
                </a:rPr>
                <a:t>t1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BB70716-40C7-4CDD-29BB-E2CD87872B8A}"/>
                </a:ext>
              </a:extLst>
            </p:cNvPr>
            <p:cNvSpPr/>
            <p:nvPr/>
          </p:nvSpPr>
          <p:spPr>
            <a:xfrm>
              <a:off x="6448440" y="2509840"/>
              <a:ext cx="327214" cy="45719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rgbClr val="FF0000"/>
                  </a:solidFill>
                </a:rPr>
                <a:t>t2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497FB3E-D600-D348-E119-7B0D4AC3EA6E}"/>
                </a:ext>
              </a:extLst>
            </p:cNvPr>
            <p:cNvSpPr/>
            <p:nvPr/>
          </p:nvSpPr>
          <p:spPr>
            <a:xfrm>
              <a:off x="6426026" y="3424241"/>
              <a:ext cx="327214" cy="45719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rgbClr val="FF0000"/>
                  </a:solidFill>
                </a:rPr>
                <a:t>t3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11A396B-2F6B-9ACB-072C-578E5C289A07}"/>
              </a:ext>
            </a:extLst>
          </p:cNvPr>
          <p:cNvSpPr/>
          <p:nvPr/>
        </p:nvSpPr>
        <p:spPr>
          <a:xfrm>
            <a:off x="5562608" y="2911850"/>
            <a:ext cx="327214" cy="45719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FF0000"/>
                </a:solidFill>
              </a:rPr>
              <a:t>t1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79247A-7495-8C24-EA0A-1D3EF4312C1E}"/>
              </a:ext>
            </a:extLst>
          </p:cNvPr>
          <p:cNvSpPr/>
          <p:nvPr/>
        </p:nvSpPr>
        <p:spPr>
          <a:xfrm>
            <a:off x="6157924" y="3292853"/>
            <a:ext cx="327214" cy="45719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FF0000"/>
                </a:solidFill>
              </a:rPr>
              <a:t>t2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73FFA1-368C-76E6-68F9-7800490BF1E3}"/>
              </a:ext>
            </a:extLst>
          </p:cNvPr>
          <p:cNvSpPr/>
          <p:nvPr/>
        </p:nvSpPr>
        <p:spPr>
          <a:xfrm>
            <a:off x="5724532" y="3859596"/>
            <a:ext cx="327214" cy="45719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FF0000"/>
                </a:solidFill>
              </a:rPr>
              <a:t>t3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98D2A6-36AB-55EC-5F7F-A62BD268F903}"/>
              </a:ext>
            </a:extLst>
          </p:cNvPr>
          <p:cNvSpPr/>
          <p:nvPr/>
        </p:nvSpPr>
        <p:spPr>
          <a:xfrm>
            <a:off x="5195893" y="3445253"/>
            <a:ext cx="327214" cy="45719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FF0000"/>
                </a:solidFill>
              </a:rPr>
              <a:t>t4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6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3">
            <a:extLst>
              <a:ext uri="{FF2B5EF4-FFF2-40B4-BE49-F238E27FC236}">
                <a16:creationId xmlns:a16="http://schemas.microsoft.com/office/drawing/2014/main" id="{CE771D59-214C-FF18-FC50-FEC01B79369B}"/>
              </a:ext>
            </a:extLst>
          </p:cNvPr>
          <p:cNvSpPr/>
          <p:nvPr/>
        </p:nvSpPr>
        <p:spPr>
          <a:xfrm>
            <a:off x="7758112" y="726500"/>
            <a:ext cx="3586163" cy="3057525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Why do we need Multitasking…?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A8045D-E619-C647-FA98-05B09CA63BBD}"/>
              </a:ext>
            </a:extLst>
          </p:cNvPr>
          <p:cNvSpPr txBox="1"/>
          <p:nvPr/>
        </p:nvSpPr>
        <p:spPr>
          <a:xfrm>
            <a:off x="847725" y="539377"/>
            <a:ext cx="7129463" cy="5105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IN" sz="2000" dirty="0"/>
              <a:t>Each CPU executes a single task at a time. </a:t>
            </a:r>
          </a:p>
          <a:p>
            <a:pPr marL="800100" lvl="1" indent="-3429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IN" sz="2000" dirty="0"/>
              <a:t>However, multitasking allows each processor to switch between tasks that are being executed without having to wait for current task to finish.</a:t>
            </a:r>
          </a:p>
          <a:p>
            <a:pPr marL="800100" lvl="1" indent="-3429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IN" sz="2000" dirty="0"/>
              <a:t>Multitasking OS allows multiple processes to share processors (CPUs) and other system resources</a:t>
            </a:r>
            <a:endParaRPr lang="en-US" sz="2000" b="1" i="1" dirty="0">
              <a:cs typeface="Times New Roman" pitchFamily="18" charset="0"/>
            </a:endParaRPr>
          </a:p>
          <a:p>
            <a:pPr lvl="1">
              <a:spcBef>
                <a:spcPct val="50000"/>
              </a:spcBef>
              <a:buFont typeface="Wingdings" pitchFamily="2" charset="2"/>
              <a:buNone/>
            </a:pPr>
            <a:endParaRPr lang="en-US" sz="1050" b="1" i="1" dirty="0">
              <a:cs typeface="Times New Roman" pitchFamily="18" charset="0"/>
            </a:endParaRPr>
          </a:p>
          <a:p>
            <a:pPr lvl="1">
              <a:spcBef>
                <a:spcPct val="50000"/>
              </a:spcBef>
              <a:buFont typeface="Wingdings" pitchFamily="2" charset="2"/>
              <a:buNone/>
            </a:pPr>
            <a:r>
              <a:rPr lang="en-US" sz="2000" b="1" i="1" dirty="0">
                <a:cs typeface="Times New Roman" pitchFamily="18" charset="0"/>
              </a:rPr>
              <a:t>Multitasking</a:t>
            </a:r>
            <a:r>
              <a:rPr lang="en-US" sz="2000" i="1" dirty="0">
                <a:cs typeface="Times New Roman" pitchFamily="18" charset="0"/>
              </a:rPr>
              <a:t> </a:t>
            </a:r>
            <a:r>
              <a:rPr lang="en-US" sz="2000" dirty="0">
                <a:cs typeface="Times New Roman" pitchFamily="18" charset="0"/>
              </a:rPr>
              <a:t>system needs communication between the tasks</a:t>
            </a:r>
          </a:p>
          <a:p>
            <a:pPr lvl="1">
              <a:spcBef>
                <a:spcPct val="50000"/>
              </a:spcBef>
              <a:buFont typeface="Wingdings" pitchFamily="2" charset="2"/>
              <a:buNone/>
            </a:pPr>
            <a:r>
              <a:rPr lang="en-US" sz="2000" dirty="0">
                <a:cs typeface="Times New Roman" pitchFamily="18" charset="0"/>
              </a:rPr>
              <a:t>Inter process communication has 3 components:</a:t>
            </a:r>
          </a:p>
          <a:p>
            <a:pPr marL="800100" lvl="1" indent="-34290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cs typeface="Times New Roman" pitchFamily="18" charset="0"/>
              </a:rPr>
              <a:t>Data transfer [P1&lt;-----&gt;P2]</a:t>
            </a:r>
            <a:endParaRPr lang="en-US" dirty="0">
              <a:cs typeface="Times New Roman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>
                <a:cs typeface="Times New Roman" pitchFamily="18" charset="0"/>
              </a:rPr>
              <a:t>[signaling] </a:t>
            </a:r>
          </a:p>
          <a:p>
            <a:pPr lvl="1"/>
            <a:r>
              <a:rPr lang="en-US" sz="2000" dirty="0">
                <a:cs typeface="Times New Roman" pitchFamily="18" charset="0"/>
              </a:rPr>
              <a:t>      Mechanism to inform the task that the data is available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>
                <a:cs typeface="Times New Roman" pitchFamily="18" charset="0"/>
              </a:rPr>
              <a:t>[synchronization]</a:t>
            </a:r>
          </a:p>
          <a:p>
            <a:pPr lvl="1"/>
            <a:r>
              <a:rPr lang="en-US" sz="2000" dirty="0">
                <a:cs typeface="Times New Roman" pitchFamily="18" charset="0"/>
              </a:rPr>
              <a:t>      Mechanism to prevent the tasks from interference</a:t>
            </a:r>
            <a:endParaRPr lang="en-US" sz="2400" dirty="0">
              <a:solidFill>
                <a:schemeClr val="bg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6A51C9-6E91-2926-5815-A777BCB00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2635" y="4271895"/>
            <a:ext cx="3810532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36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Diagram 41">
            <a:extLst>
              <a:ext uri="{FF2B5EF4-FFF2-40B4-BE49-F238E27FC236}">
                <a16:creationId xmlns:a16="http://schemas.microsoft.com/office/drawing/2014/main" id="{76130FD9-41F5-1FC0-B303-107135B0E8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1178411"/>
              </p:ext>
            </p:extLst>
          </p:nvPr>
        </p:nvGraphicFramePr>
        <p:xfrm>
          <a:off x="1246185" y="457199"/>
          <a:ext cx="9698039" cy="451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1918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ECD6D8-4817-9650-4984-B12979501F56}"/>
              </a:ext>
            </a:extLst>
          </p:cNvPr>
          <p:cNvSpPr txBox="1"/>
          <p:nvPr/>
        </p:nvSpPr>
        <p:spPr>
          <a:xfrm>
            <a:off x="3886200" y="3124200"/>
            <a:ext cx="441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Files</a:t>
            </a:r>
            <a:endParaRPr lang="en-US" sz="40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914400"/>
            <a:ext cx="8763000" cy="5410200"/>
          </a:xfrm>
        </p:spPr>
        <p:txBody>
          <a:bodyPr>
            <a:normAutofit fontScale="77500" lnSpcReduction="20000"/>
          </a:bodyPr>
          <a:lstStyle/>
          <a:p>
            <a:pPr marL="0" indent="0">
              <a:buClr>
                <a:srgbClr val="0000CC"/>
              </a:buClr>
              <a:buNone/>
            </a:pPr>
            <a:r>
              <a:rPr lang="en-US" dirty="0" err="1"/>
              <a:t>int</a:t>
            </a:r>
            <a:r>
              <a:rPr lang="en-US" dirty="0"/>
              <a:t>  </a:t>
            </a:r>
            <a:r>
              <a:rPr lang="en-US" dirty="0" err="1"/>
              <a:t>creat</a:t>
            </a:r>
            <a:r>
              <a:rPr lang="en-US" dirty="0"/>
              <a:t> (const char * pathname, </a:t>
            </a:r>
            <a:r>
              <a:rPr lang="en-US" dirty="0" err="1"/>
              <a:t>int</a:t>
            </a:r>
            <a:r>
              <a:rPr lang="en-US" dirty="0"/>
              <a:t> flags)</a:t>
            </a:r>
          </a:p>
          <a:p>
            <a:pPr eaLnBrk="1" hangingPunct="1">
              <a:buClr>
                <a:srgbClr val="0000CC"/>
              </a:buClr>
              <a:buFont typeface="Wingdings" pitchFamily="2" charset="2"/>
              <a:buNone/>
            </a:pPr>
            <a:endParaRPr lang="en-US" sz="1200" dirty="0"/>
          </a:p>
          <a:p>
            <a:pPr lvl="1" eaLnBrk="1" hangingPunct="1">
              <a:buClr>
                <a:srgbClr val="0000CC"/>
              </a:buClr>
              <a:buFont typeface="Wingdings" pitchFamily="2" charset="2"/>
              <a:buChar char="Ø"/>
            </a:pPr>
            <a:r>
              <a:rPr lang="en-US" dirty="0"/>
              <a:t>Flags 	:	O_RDONLY, O_WRONLY, O_RDWR</a:t>
            </a:r>
          </a:p>
          <a:p>
            <a:pPr lvl="3" eaLnBrk="1" hangingPunct="1">
              <a:buClr>
                <a:srgbClr val="0000CC"/>
              </a:buClr>
              <a:buFont typeface="Wingdings" pitchFamily="2" charset="2"/>
              <a:buNone/>
            </a:pPr>
            <a:r>
              <a:rPr lang="en-US" dirty="0"/>
              <a:t>			</a:t>
            </a:r>
            <a:r>
              <a:rPr lang="en-US" sz="2400" dirty="0"/>
              <a:t>O_CREAT   , O_APPEND, O_NONBLOCK, </a:t>
            </a:r>
            <a:r>
              <a:rPr lang="en-US" sz="2400" dirty="0">
                <a:solidFill>
                  <a:schemeClr val="bg1"/>
                </a:solidFill>
              </a:rPr>
              <a:t>	</a:t>
            </a:r>
          </a:p>
          <a:p>
            <a:pPr lvl="3" eaLnBrk="1" hangingPunct="1">
              <a:buClr>
                <a:srgbClr val="0000CC"/>
              </a:buClr>
              <a:buFont typeface="Wingdings" pitchFamily="2" charset="2"/>
              <a:buNone/>
            </a:pPr>
            <a:endParaRPr lang="en-US" dirty="0">
              <a:solidFill>
                <a:schemeClr val="bg1"/>
              </a:solidFill>
            </a:endParaRPr>
          </a:p>
          <a:p>
            <a:pPr lvl="1" eaLnBrk="1" hangingPunct="1">
              <a:buClr>
                <a:srgbClr val="0000CC"/>
              </a:buClr>
              <a:buFont typeface="Wingdings" pitchFamily="2" charset="2"/>
              <a:buChar char="Ø"/>
            </a:pPr>
            <a:r>
              <a:rPr lang="en-US" dirty="0"/>
              <a:t>MODE	READ, WRITE, EXECUTE PERMISSION FOR OWNER,   </a:t>
            </a:r>
          </a:p>
          <a:p>
            <a:pPr marL="342900" lvl="1" indent="0">
              <a:buClr>
                <a:srgbClr val="0000CC"/>
              </a:buClr>
              <a:buNone/>
            </a:pPr>
            <a:r>
              <a:rPr lang="en-US" dirty="0"/>
              <a:t>                         GROUP MEMBERS AND OTHERS</a:t>
            </a:r>
          </a:p>
          <a:p>
            <a:pPr marL="342900" lvl="1" indent="0">
              <a:buClr>
                <a:srgbClr val="0000CC"/>
              </a:buClr>
              <a:buNone/>
            </a:pPr>
            <a:endParaRPr lang="en-US" dirty="0"/>
          </a:p>
          <a:p>
            <a:pPr marL="342900" lvl="1" indent="0">
              <a:buClr>
                <a:srgbClr val="0000CC"/>
              </a:buClr>
              <a:buNone/>
            </a:pPr>
            <a:endParaRPr lang="en-US" dirty="0"/>
          </a:p>
          <a:p>
            <a:pPr marL="342900" lvl="1" indent="0">
              <a:buClr>
                <a:srgbClr val="0000CC"/>
              </a:buClr>
              <a:buNone/>
            </a:pPr>
            <a:r>
              <a:rPr lang="en-US" sz="4100" b="1" dirty="0"/>
              <a:t>IPC : Open  System  Call       </a:t>
            </a:r>
          </a:p>
          <a:p>
            <a:pPr marL="342900" lvl="1" indent="0">
              <a:buClr>
                <a:srgbClr val="0000CC"/>
              </a:buClr>
              <a:buNone/>
            </a:pPr>
            <a:endParaRPr lang="en-US" dirty="0"/>
          </a:p>
          <a:p>
            <a:pPr marL="0" indent="0">
              <a:lnSpc>
                <a:spcPct val="80000"/>
              </a:lnSpc>
              <a:buClr>
                <a:srgbClr val="0000CC"/>
              </a:buClr>
              <a:buNone/>
            </a:pPr>
            <a:r>
              <a:rPr lang="en-US" dirty="0"/>
              <a:t>int  open (const char * pathname, int flags)</a:t>
            </a:r>
          </a:p>
          <a:p>
            <a:pPr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None/>
            </a:pPr>
            <a:endParaRPr lang="en-US" dirty="0"/>
          </a:p>
          <a:p>
            <a:pPr marL="0" indent="0">
              <a:lnSpc>
                <a:spcPct val="80000"/>
              </a:lnSpc>
              <a:buClr>
                <a:srgbClr val="0000CC"/>
              </a:buClr>
              <a:buNone/>
            </a:pPr>
            <a:r>
              <a:rPr lang="en-US" dirty="0"/>
              <a:t>int  open (const char * pathname, int flags, </a:t>
            </a:r>
            <a:r>
              <a:rPr lang="en-US" dirty="0" err="1"/>
              <a:t>mode_t</a:t>
            </a:r>
            <a:r>
              <a:rPr lang="en-US" dirty="0"/>
              <a:t> mode)</a:t>
            </a:r>
          </a:p>
          <a:p>
            <a:pPr lvl="1"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Ø"/>
            </a:pPr>
            <a:endParaRPr lang="en-US" dirty="0"/>
          </a:p>
          <a:p>
            <a:pPr lvl="1"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dirty="0"/>
              <a:t>Flags 	:	O_RDONLY, O_WRONLY, O_RDWR</a:t>
            </a:r>
          </a:p>
          <a:p>
            <a:pPr lvl="3"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None/>
            </a:pPr>
            <a:r>
              <a:rPr lang="en-US" dirty="0"/>
              <a:t>			</a:t>
            </a:r>
            <a:r>
              <a:rPr lang="en-US" sz="2400" dirty="0"/>
              <a:t>O_CREAT   , O_APPEND, O_NONBLOCK, </a:t>
            </a:r>
            <a:r>
              <a:rPr lang="en-US" sz="2400" dirty="0">
                <a:solidFill>
                  <a:schemeClr val="bg1"/>
                </a:solidFill>
              </a:rPr>
              <a:t>		O_NOTCTTY, O_</a:t>
            </a:r>
            <a:endParaRPr lang="en-US" dirty="0"/>
          </a:p>
          <a:p>
            <a:pPr lvl="1"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dirty="0"/>
              <a:t>MODE	:           READ, WRITE, EXECUTE PERMISSION FOR OWNER, GROUP </a:t>
            </a:r>
          </a:p>
          <a:p>
            <a:pPr marL="342900" lvl="1" indent="0">
              <a:lnSpc>
                <a:spcPct val="80000"/>
              </a:lnSpc>
              <a:buClr>
                <a:srgbClr val="0000CC"/>
              </a:buClr>
              <a:buNone/>
            </a:pPr>
            <a:r>
              <a:rPr lang="en-US" dirty="0"/>
              <a:t>                              MEMBERS AND OTHERS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5000" y="228601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IPC : </a:t>
            </a:r>
            <a:r>
              <a:rPr lang="en-US" sz="3200" b="1" dirty="0" err="1"/>
              <a:t>Creat</a:t>
            </a:r>
            <a:r>
              <a:rPr lang="en-US" sz="3200" b="1" dirty="0"/>
              <a:t> System  Call   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7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76200"/>
            <a:ext cx="7772400" cy="6553200"/>
          </a:xfrm>
        </p:spPr>
        <p:txBody>
          <a:bodyPr>
            <a:normAutofit lnSpcReduction="10000"/>
          </a:bodyPr>
          <a:lstStyle/>
          <a:p>
            <a:pPr marL="0" indent="0">
              <a:buClr>
                <a:srgbClr val="0000CC"/>
              </a:buClr>
              <a:buNone/>
            </a:pPr>
            <a:r>
              <a:rPr lang="en-US" sz="3200" b="1" dirty="0"/>
              <a:t>IPC : read System  Call       </a:t>
            </a:r>
          </a:p>
          <a:p>
            <a:pPr marL="0" indent="0">
              <a:buClr>
                <a:srgbClr val="0000CC"/>
              </a:buClr>
              <a:buNone/>
            </a:pPr>
            <a:endParaRPr lang="en-US" sz="800" dirty="0"/>
          </a:p>
          <a:p>
            <a:pPr marL="0" indent="0">
              <a:buClr>
                <a:srgbClr val="0000CC"/>
              </a:buClr>
              <a:buNone/>
            </a:pPr>
            <a:r>
              <a:rPr lang="en-US" dirty="0" err="1"/>
              <a:t>ssize_t</a:t>
            </a:r>
            <a:r>
              <a:rPr lang="en-US" dirty="0"/>
              <a:t> read(int </a:t>
            </a:r>
            <a:r>
              <a:rPr lang="en-US" dirty="0" err="1"/>
              <a:t>fd</a:t>
            </a:r>
            <a:r>
              <a:rPr lang="en-US" dirty="0"/>
              <a:t>, void *</a:t>
            </a:r>
            <a:r>
              <a:rPr lang="en-US" dirty="0" err="1"/>
              <a:t>buf</a:t>
            </a:r>
            <a:r>
              <a:rPr lang="en-US" dirty="0"/>
              <a:t>, </a:t>
            </a:r>
            <a:r>
              <a:rPr lang="en-US" dirty="0" err="1"/>
              <a:t>size_t</a:t>
            </a:r>
            <a:r>
              <a:rPr lang="en-US" dirty="0"/>
              <a:t> count)</a:t>
            </a:r>
          </a:p>
          <a:p>
            <a:pPr eaLnBrk="1" hangingPunct="1">
              <a:buClr>
                <a:srgbClr val="0000CC"/>
              </a:buClr>
              <a:buFont typeface="Wingdings" pitchFamily="2" charset="2"/>
              <a:buChar char="Ø"/>
            </a:pPr>
            <a:endParaRPr lang="en-US" dirty="0"/>
          </a:p>
          <a:p>
            <a:pPr marL="0" indent="0">
              <a:buClr>
                <a:srgbClr val="0000CC"/>
              </a:buClr>
              <a:buNone/>
            </a:pPr>
            <a:r>
              <a:rPr lang="en-US" sz="3200" b="1" dirty="0"/>
              <a:t>IPC : Write System  Call   </a:t>
            </a:r>
            <a:r>
              <a:rPr lang="en-US" b="1" dirty="0"/>
              <a:t>    </a:t>
            </a:r>
          </a:p>
          <a:p>
            <a:pPr marL="0" indent="0">
              <a:buClr>
                <a:srgbClr val="0000CC"/>
              </a:buClr>
              <a:buNone/>
            </a:pPr>
            <a:endParaRPr lang="en-US" sz="700" dirty="0"/>
          </a:p>
          <a:p>
            <a:pPr marL="0" indent="0">
              <a:buClr>
                <a:srgbClr val="0000CC"/>
              </a:buClr>
              <a:buNone/>
            </a:pPr>
            <a:r>
              <a:rPr lang="en-US" dirty="0" err="1"/>
              <a:t>ssize_t</a:t>
            </a:r>
            <a:r>
              <a:rPr lang="en-US" dirty="0"/>
              <a:t> write(int </a:t>
            </a:r>
            <a:r>
              <a:rPr lang="en-US" dirty="0" err="1"/>
              <a:t>fd</a:t>
            </a:r>
            <a:r>
              <a:rPr lang="en-US" dirty="0"/>
              <a:t>, void *</a:t>
            </a:r>
            <a:r>
              <a:rPr lang="en-US" dirty="0" err="1"/>
              <a:t>buf</a:t>
            </a:r>
            <a:r>
              <a:rPr lang="en-US" dirty="0"/>
              <a:t>, </a:t>
            </a:r>
            <a:r>
              <a:rPr lang="en-US" dirty="0" err="1"/>
              <a:t>size_t</a:t>
            </a:r>
            <a:r>
              <a:rPr lang="en-US" dirty="0"/>
              <a:t> count)</a:t>
            </a:r>
          </a:p>
          <a:p>
            <a:pPr eaLnBrk="1" hangingPunct="1">
              <a:buClr>
                <a:srgbClr val="0000CC"/>
              </a:buClr>
              <a:buFont typeface="Wingdings" pitchFamily="2" charset="2"/>
              <a:buChar char="Ø"/>
            </a:pPr>
            <a:endParaRPr lang="en-US" sz="1800" dirty="0"/>
          </a:p>
          <a:p>
            <a:pPr marL="0" indent="0">
              <a:buNone/>
            </a:pPr>
            <a:r>
              <a:rPr lang="en-US" sz="3500" b="1" dirty="0"/>
              <a:t>IPC : Close  System  Call   </a:t>
            </a:r>
            <a:r>
              <a:rPr lang="en-US" b="1" dirty="0"/>
              <a:t>    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int close ( int </a:t>
            </a:r>
            <a:r>
              <a:rPr lang="en-US" dirty="0" err="1"/>
              <a:t>fd</a:t>
            </a:r>
            <a:r>
              <a:rPr lang="en-US" dirty="0"/>
              <a:t> 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Clr>
                <a:srgbClr val="0000CC"/>
              </a:buClr>
              <a:buNone/>
            </a:pPr>
            <a:r>
              <a:rPr lang="en-US" sz="3500" b="1" dirty="0"/>
              <a:t>IPC : </a:t>
            </a:r>
            <a:r>
              <a:rPr lang="en-US" sz="3500" b="1" dirty="0" err="1"/>
              <a:t>lseek</a:t>
            </a:r>
            <a:r>
              <a:rPr lang="en-US" sz="3500" b="1" dirty="0"/>
              <a:t> System  Call     </a:t>
            </a:r>
            <a:r>
              <a:rPr lang="en-US" b="1" dirty="0"/>
              <a:t>  </a:t>
            </a:r>
          </a:p>
          <a:p>
            <a:pPr marL="0" indent="0">
              <a:buClr>
                <a:srgbClr val="0000CC"/>
              </a:buClr>
              <a:buNone/>
            </a:pPr>
            <a:r>
              <a:rPr lang="en-US" dirty="0" err="1"/>
              <a:t>off_t</a:t>
            </a:r>
            <a:r>
              <a:rPr lang="en-US" dirty="0"/>
              <a:t> </a:t>
            </a:r>
            <a:r>
              <a:rPr lang="en-US" dirty="0" err="1"/>
              <a:t>lseek</a:t>
            </a:r>
            <a:r>
              <a:rPr lang="en-US" dirty="0"/>
              <a:t> ( int </a:t>
            </a:r>
            <a:r>
              <a:rPr lang="en-US" dirty="0" err="1"/>
              <a:t>fd</a:t>
            </a:r>
            <a:r>
              <a:rPr lang="en-US" dirty="0"/>
              <a:t>, </a:t>
            </a:r>
            <a:r>
              <a:rPr lang="en-US" dirty="0" err="1"/>
              <a:t>off_t</a:t>
            </a:r>
            <a:r>
              <a:rPr lang="en-US" dirty="0"/>
              <a:t> offset, int where)</a:t>
            </a:r>
          </a:p>
          <a:p>
            <a:pPr eaLnBrk="1" hangingPunct="1">
              <a:buClr>
                <a:srgbClr val="0000CC"/>
              </a:buClr>
              <a:buFont typeface="Wingdings" pitchFamily="2" charset="2"/>
              <a:buNone/>
            </a:pPr>
            <a:endParaRPr lang="en-US" sz="1100" dirty="0"/>
          </a:p>
          <a:p>
            <a:pPr lvl="1" eaLnBrk="1" hangingPunct="1">
              <a:buClr>
                <a:srgbClr val="0000CC"/>
              </a:buClr>
              <a:buFont typeface="Wingdings" pitchFamily="2" charset="2"/>
              <a:buChar char="Ø"/>
            </a:pPr>
            <a:r>
              <a:rPr lang="en-US" dirty="0"/>
              <a:t>Where	:	SEEK_SET, SEEK_CUR, SEEK_END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Clr>
                <a:srgbClr val="0000CC"/>
              </a:buClr>
              <a:buNone/>
            </a:pPr>
            <a:endParaRPr lang="en-US" dirty="0"/>
          </a:p>
          <a:p>
            <a:pPr eaLnBrk="1" hangingPunct="1">
              <a:buClr>
                <a:srgbClr val="0000CC"/>
              </a:buClr>
              <a:buFont typeface="Wingdings" pitchFamily="2" charset="2"/>
              <a:buChar char="Ø"/>
            </a:pPr>
            <a:endParaRPr lang="en-US" dirty="0"/>
          </a:p>
          <a:p>
            <a:pPr marL="0" indent="0">
              <a:buClr>
                <a:srgbClr val="0000CC"/>
              </a:buClr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748</TotalTime>
  <Words>372</Words>
  <Application>Microsoft Office PowerPoint</Application>
  <PresentationFormat>Widescreen</PresentationFormat>
  <Paragraphs>70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Vinod Jadhav</dc:creator>
  <cp:lastModifiedBy>Vinod Kumar Jadhav</cp:lastModifiedBy>
  <cp:revision>9</cp:revision>
  <dcterms:created xsi:type="dcterms:W3CDTF">2023-07-02T11:50:28Z</dcterms:created>
  <dcterms:modified xsi:type="dcterms:W3CDTF">2025-09-09T06:59:43Z</dcterms:modified>
</cp:coreProperties>
</file>