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7" r:id="rId8"/>
    <p:sldId id="266" r:id="rId9"/>
    <p:sldId id="262" r:id="rId10"/>
    <p:sldId id="264" r:id="rId11"/>
    <p:sldId id="265" r:id="rId12"/>
    <p:sldId id="268" r:id="rId13"/>
    <p:sldId id="269" r:id="rId14"/>
    <p:sldId id="26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6E054C-214A-4BAE-9E78-2F77419CF6D1}" type="doc">
      <dgm:prSet loTypeId="urn:microsoft.com/office/officeart/2005/8/layout/hierarchy6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841732-C2A3-44E1-9908-5C3D51B85CF0}">
      <dgm:prSet phldrT="[Text]"/>
      <dgm:spPr/>
      <dgm:t>
        <a:bodyPr/>
        <a:lstStyle/>
        <a:p>
          <a:r>
            <a:rPr lang="en-IN" dirty="0"/>
            <a:t>Multi </a:t>
          </a:r>
        </a:p>
        <a:p>
          <a:r>
            <a:rPr lang="en-IN" dirty="0"/>
            <a:t>User</a:t>
          </a:r>
          <a:endParaRPr lang="en-US" dirty="0"/>
        </a:p>
      </dgm:t>
    </dgm:pt>
    <dgm:pt modelId="{C088EECF-3C7F-45AC-B002-B0FDC8EAA804}" type="parTrans" cxnId="{CDBA27C4-1027-4115-A9F8-C829CAA9AAA3}">
      <dgm:prSet/>
      <dgm:spPr/>
      <dgm:t>
        <a:bodyPr/>
        <a:lstStyle/>
        <a:p>
          <a:endParaRPr lang="en-US"/>
        </a:p>
      </dgm:t>
    </dgm:pt>
    <dgm:pt modelId="{B86271CB-DD5A-4B1C-A459-B05BD70D3146}" type="sibTrans" cxnId="{CDBA27C4-1027-4115-A9F8-C829CAA9AAA3}">
      <dgm:prSet/>
      <dgm:spPr/>
      <dgm:t>
        <a:bodyPr/>
        <a:lstStyle/>
        <a:p>
          <a:endParaRPr lang="en-US"/>
        </a:p>
      </dgm:t>
    </dgm:pt>
    <dgm:pt modelId="{7A50C951-FA03-458A-A1F3-EC32B768D190}">
      <dgm:prSet phldrT="[Text]"/>
      <dgm:spPr/>
      <dgm:t>
        <a:bodyPr/>
        <a:lstStyle/>
        <a:p>
          <a:r>
            <a:rPr lang="en-IN" dirty="0"/>
            <a:t>Multi Threading</a:t>
          </a:r>
          <a:endParaRPr lang="en-US" dirty="0"/>
        </a:p>
      </dgm:t>
    </dgm:pt>
    <dgm:pt modelId="{9A915F6E-DF68-43B7-86A5-AC2CC86850E0}" type="parTrans" cxnId="{DFF04394-7AF7-4F50-BFCC-723012F2A45A}">
      <dgm:prSet/>
      <dgm:spPr/>
      <dgm:t>
        <a:bodyPr/>
        <a:lstStyle/>
        <a:p>
          <a:endParaRPr lang="en-US"/>
        </a:p>
      </dgm:t>
    </dgm:pt>
    <dgm:pt modelId="{D41FBA60-B27B-440F-8DF0-6D3106730532}" type="sibTrans" cxnId="{DFF04394-7AF7-4F50-BFCC-723012F2A45A}">
      <dgm:prSet/>
      <dgm:spPr/>
      <dgm:t>
        <a:bodyPr/>
        <a:lstStyle/>
        <a:p>
          <a:endParaRPr lang="en-US"/>
        </a:p>
      </dgm:t>
    </dgm:pt>
    <dgm:pt modelId="{C9B7A535-123F-4F35-A0E6-998631D263CD}">
      <dgm:prSet phldrT="[Text]"/>
      <dgm:spPr/>
      <dgm:t>
        <a:bodyPr/>
        <a:lstStyle/>
        <a:p>
          <a:r>
            <a:rPr lang="en-IN" dirty="0"/>
            <a:t>Multi Tasking</a:t>
          </a:r>
          <a:endParaRPr lang="en-US" dirty="0"/>
        </a:p>
      </dgm:t>
    </dgm:pt>
    <dgm:pt modelId="{40ABEB9A-CE08-4FA7-A721-F737EF93A5A6}" type="sibTrans" cxnId="{F84E786C-8FAA-440F-83C2-2AC5DEBCCDCF}">
      <dgm:prSet/>
      <dgm:spPr/>
      <dgm:t>
        <a:bodyPr/>
        <a:lstStyle/>
        <a:p>
          <a:endParaRPr lang="en-US"/>
        </a:p>
      </dgm:t>
    </dgm:pt>
    <dgm:pt modelId="{27DC505E-E954-429C-98BE-3B3D19572B45}" type="parTrans" cxnId="{F84E786C-8FAA-440F-83C2-2AC5DEBCCDCF}">
      <dgm:prSet/>
      <dgm:spPr/>
      <dgm:t>
        <a:bodyPr/>
        <a:lstStyle/>
        <a:p>
          <a:endParaRPr lang="en-US"/>
        </a:p>
      </dgm:t>
    </dgm:pt>
    <dgm:pt modelId="{A138D8B6-6903-48E2-9A4C-3C86EF3E1BCE}">
      <dgm:prSet phldrT="[Text]"/>
      <dgm:spPr/>
      <dgm:t>
        <a:bodyPr/>
        <a:lstStyle/>
        <a:p>
          <a:r>
            <a:rPr lang="en-IN" dirty="0"/>
            <a:t>Linux Features</a:t>
          </a:r>
          <a:endParaRPr lang="en-US" dirty="0"/>
        </a:p>
      </dgm:t>
    </dgm:pt>
    <dgm:pt modelId="{D0EC103B-8C78-40EC-8F3B-0B66F7ABA5E1}" type="sibTrans" cxnId="{0AF1EDC6-7879-4B20-BF79-3FB0C831C196}">
      <dgm:prSet/>
      <dgm:spPr/>
      <dgm:t>
        <a:bodyPr/>
        <a:lstStyle/>
        <a:p>
          <a:endParaRPr lang="en-US"/>
        </a:p>
      </dgm:t>
    </dgm:pt>
    <dgm:pt modelId="{949C3EC8-D60D-4C15-8517-A0DD549D0B83}" type="parTrans" cxnId="{0AF1EDC6-7879-4B20-BF79-3FB0C831C196}">
      <dgm:prSet/>
      <dgm:spPr/>
      <dgm:t>
        <a:bodyPr/>
        <a:lstStyle/>
        <a:p>
          <a:endParaRPr lang="en-US"/>
        </a:p>
      </dgm:t>
    </dgm:pt>
    <dgm:pt modelId="{35404C09-B9CE-4AB4-968C-0530C324B8AA}">
      <dgm:prSet/>
      <dgm:spPr/>
      <dgm:t>
        <a:bodyPr/>
        <a:lstStyle/>
        <a:p>
          <a:r>
            <a:rPr lang="en-IN" dirty="0"/>
            <a:t>Multi Platform</a:t>
          </a:r>
          <a:endParaRPr lang="en-US" dirty="0"/>
        </a:p>
      </dgm:t>
    </dgm:pt>
    <dgm:pt modelId="{AF9EA4BB-9FC2-45E1-86C1-F79D26BF1881}" type="parTrans" cxnId="{DA349732-DC7D-4D4E-AFC5-C459560FFC64}">
      <dgm:prSet/>
      <dgm:spPr/>
      <dgm:t>
        <a:bodyPr/>
        <a:lstStyle/>
        <a:p>
          <a:endParaRPr lang="en-US"/>
        </a:p>
      </dgm:t>
    </dgm:pt>
    <dgm:pt modelId="{3F363B1C-FD78-4DAC-9BFA-EA1CAA285328}" type="sibTrans" cxnId="{DA349732-DC7D-4D4E-AFC5-C459560FFC64}">
      <dgm:prSet/>
      <dgm:spPr/>
      <dgm:t>
        <a:bodyPr/>
        <a:lstStyle/>
        <a:p>
          <a:endParaRPr lang="en-US"/>
        </a:p>
      </dgm:t>
    </dgm:pt>
    <dgm:pt modelId="{C0BEE3E4-239A-423D-8A1C-E5F3DDCDD0EA}">
      <dgm:prSet/>
      <dgm:spPr/>
      <dgm:t>
        <a:bodyPr/>
        <a:lstStyle/>
        <a:p>
          <a:r>
            <a:rPr lang="en-IN" dirty="0"/>
            <a:t>Multi Processing</a:t>
          </a:r>
          <a:endParaRPr lang="en-US" dirty="0"/>
        </a:p>
      </dgm:t>
    </dgm:pt>
    <dgm:pt modelId="{ADA118AF-8B78-4BEB-AB50-3C8B334217E9}" type="parTrans" cxnId="{6359D620-3085-4026-A520-4DF3446C1641}">
      <dgm:prSet/>
      <dgm:spPr/>
      <dgm:t>
        <a:bodyPr/>
        <a:lstStyle/>
        <a:p>
          <a:endParaRPr lang="en-US"/>
        </a:p>
      </dgm:t>
    </dgm:pt>
    <dgm:pt modelId="{2186C607-AB83-407D-B6B9-568409C2E6E2}" type="sibTrans" cxnId="{6359D620-3085-4026-A520-4DF3446C1641}">
      <dgm:prSet/>
      <dgm:spPr/>
      <dgm:t>
        <a:bodyPr/>
        <a:lstStyle/>
        <a:p>
          <a:endParaRPr lang="en-US"/>
        </a:p>
      </dgm:t>
    </dgm:pt>
    <dgm:pt modelId="{573D563D-D512-4301-8C83-8C85EEAD41D5}" type="pres">
      <dgm:prSet presAssocID="{5D6E054C-214A-4BAE-9E78-2F77419CF6D1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9D67B04-1194-4D0A-AAF9-59416E0F1DCC}" type="pres">
      <dgm:prSet presAssocID="{5D6E054C-214A-4BAE-9E78-2F77419CF6D1}" presName="hierFlow" presStyleCnt="0"/>
      <dgm:spPr/>
    </dgm:pt>
    <dgm:pt modelId="{6F01D8B5-16CB-4191-B893-3D244B174CA3}" type="pres">
      <dgm:prSet presAssocID="{5D6E054C-214A-4BAE-9E78-2F77419CF6D1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3B1B0EF-D955-4D61-8A6D-6FE371589477}" type="pres">
      <dgm:prSet presAssocID="{A138D8B6-6903-48E2-9A4C-3C86EF3E1BCE}" presName="Name14" presStyleCnt="0"/>
      <dgm:spPr/>
    </dgm:pt>
    <dgm:pt modelId="{A6771AA6-2F0D-4781-A724-093DAC3C30B0}" type="pres">
      <dgm:prSet presAssocID="{A138D8B6-6903-48E2-9A4C-3C86EF3E1BCE}" presName="level1Shape" presStyleLbl="node0" presStyleIdx="0" presStyleCnt="1" custScaleX="208640">
        <dgm:presLayoutVars>
          <dgm:chPref val="3"/>
        </dgm:presLayoutVars>
      </dgm:prSet>
      <dgm:spPr/>
    </dgm:pt>
    <dgm:pt modelId="{C3028A32-6776-4F5D-AD9A-5FD1C4E32770}" type="pres">
      <dgm:prSet presAssocID="{A138D8B6-6903-48E2-9A4C-3C86EF3E1BCE}" presName="hierChild2" presStyleCnt="0"/>
      <dgm:spPr/>
    </dgm:pt>
    <dgm:pt modelId="{BC2F2A5C-3F4E-4A7A-8BB3-DE7CABD0BC92}" type="pres">
      <dgm:prSet presAssocID="{27DC505E-E954-429C-98BE-3B3D19572B45}" presName="Name19" presStyleLbl="parChTrans1D2" presStyleIdx="0" presStyleCnt="5"/>
      <dgm:spPr/>
    </dgm:pt>
    <dgm:pt modelId="{6E4E106E-1EE5-45AE-8DD5-F406E0DFC4F3}" type="pres">
      <dgm:prSet presAssocID="{C9B7A535-123F-4F35-A0E6-998631D263CD}" presName="Name21" presStyleCnt="0"/>
      <dgm:spPr/>
    </dgm:pt>
    <dgm:pt modelId="{679F9F77-02E2-4FB4-BFF4-490F718FC617}" type="pres">
      <dgm:prSet presAssocID="{C9B7A535-123F-4F35-A0E6-998631D263CD}" presName="level2Shape" presStyleLbl="node2" presStyleIdx="0" presStyleCnt="5"/>
      <dgm:spPr/>
    </dgm:pt>
    <dgm:pt modelId="{6336AE13-8987-4BE2-9F76-F1E92A1BD488}" type="pres">
      <dgm:prSet presAssocID="{C9B7A535-123F-4F35-A0E6-998631D263CD}" presName="hierChild3" presStyleCnt="0"/>
      <dgm:spPr/>
    </dgm:pt>
    <dgm:pt modelId="{6FDE748F-A70F-404F-8982-5876155A4238}" type="pres">
      <dgm:prSet presAssocID="{C088EECF-3C7F-45AC-B002-B0FDC8EAA804}" presName="Name19" presStyleLbl="parChTrans1D2" presStyleIdx="1" presStyleCnt="5"/>
      <dgm:spPr/>
    </dgm:pt>
    <dgm:pt modelId="{30CFAC15-25A0-4DEE-969C-26A436C135FE}" type="pres">
      <dgm:prSet presAssocID="{CE841732-C2A3-44E1-9908-5C3D51B85CF0}" presName="Name21" presStyleCnt="0"/>
      <dgm:spPr/>
    </dgm:pt>
    <dgm:pt modelId="{76091D6F-8D9E-443F-806D-8FFA672BCC50}" type="pres">
      <dgm:prSet presAssocID="{CE841732-C2A3-44E1-9908-5C3D51B85CF0}" presName="level2Shape" presStyleLbl="node2" presStyleIdx="1" presStyleCnt="5"/>
      <dgm:spPr/>
    </dgm:pt>
    <dgm:pt modelId="{C8EE968E-B73A-4DB3-B6CC-4D16994636B6}" type="pres">
      <dgm:prSet presAssocID="{CE841732-C2A3-44E1-9908-5C3D51B85CF0}" presName="hierChild3" presStyleCnt="0"/>
      <dgm:spPr/>
    </dgm:pt>
    <dgm:pt modelId="{D00ED4DC-2DCB-4B11-A10A-64B3C91AF2DF}" type="pres">
      <dgm:prSet presAssocID="{9A915F6E-DF68-43B7-86A5-AC2CC86850E0}" presName="Name19" presStyleLbl="parChTrans1D2" presStyleIdx="2" presStyleCnt="5"/>
      <dgm:spPr/>
    </dgm:pt>
    <dgm:pt modelId="{C38679EE-458B-4698-8742-5AAE7F68ACAD}" type="pres">
      <dgm:prSet presAssocID="{7A50C951-FA03-458A-A1F3-EC32B768D190}" presName="Name21" presStyleCnt="0"/>
      <dgm:spPr/>
    </dgm:pt>
    <dgm:pt modelId="{40C95A61-4ED8-4CF1-91FB-51D4FE638E73}" type="pres">
      <dgm:prSet presAssocID="{7A50C951-FA03-458A-A1F3-EC32B768D190}" presName="level2Shape" presStyleLbl="node2" presStyleIdx="2" presStyleCnt="5"/>
      <dgm:spPr/>
    </dgm:pt>
    <dgm:pt modelId="{24C35025-3301-42E6-A13E-1D2BA8CE5A24}" type="pres">
      <dgm:prSet presAssocID="{7A50C951-FA03-458A-A1F3-EC32B768D190}" presName="hierChild3" presStyleCnt="0"/>
      <dgm:spPr/>
    </dgm:pt>
    <dgm:pt modelId="{AAE32783-0AC0-4B51-8D70-1DEDDC733EDE}" type="pres">
      <dgm:prSet presAssocID="{AF9EA4BB-9FC2-45E1-86C1-F79D26BF1881}" presName="Name19" presStyleLbl="parChTrans1D2" presStyleIdx="3" presStyleCnt="5"/>
      <dgm:spPr/>
    </dgm:pt>
    <dgm:pt modelId="{3477DA91-C8DF-4631-AB83-B053BA2296D3}" type="pres">
      <dgm:prSet presAssocID="{35404C09-B9CE-4AB4-968C-0530C324B8AA}" presName="Name21" presStyleCnt="0"/>
      <dgm:spPr/>
    </dgm:pt>
    <dgm:pt modelId="{F5D14F59-D16E-456B-B30B-F9B6D8931DE8}" type="pres">
      <dgm:prSet presAssocID="{35404C09-B9CE-4AB4-968C-0530C324B8AA}" presName="level2Shape" presStyleLbl="node2" presStyleIdx="3" presStyleCnt="5"/>
      <dgm:spPr/>
    </dgm:pt>
    <dgm:pt modelId="{06154B28-AA1A-488F-86D9-223BEBADBFFE}" type="pres">
      <dgm:prSet presAssocID="{35404C09-B9CE-4AB4-968C-0530C324B8AA}" presName="hierChild3" presStyleCnt="0"/>
      <dgm:spPr/>
    </dgm:pt>
    <dgm:pt modelId="{532031FB-41DC-4505-9728-09666A5DE153}" type="pres">
      <dgm:prSet presAssocID="{ADA118AF-8B78-4BEB-AB50-3C8B334217E9}" presName="Name19" presStyleLbl="parChTrans1D2" presStyleIdx="4" presStyleCnt="5"/>
      <dgm:spPr/>
    </dgm:pt>
    <dgm:pt modelId="{730A8291-C781-404E-820E-754780AF6A8C}" type="pres">
      <dgm:prSet presAssocID="{C0BEE3E4-239A-423D-8A1C-E5F3DDCDD0EA}" presName="Name21" presStyleCnt="0"/>
      <dgm:spPr/>
    </dgm:pt>
    <dgm:pt modelId="{49F5B32A-C7CC-45EB-95C1-0B730A276687}" type="pres">
      <dgm:prSet presAssocID="{C0BEE3E4-239A-423D-8A1C-E5F3DDCDD0EA}" presName="level2Shape" presStyleLbl="node2" presStyleIdx="4" presStyleCnt="5"/>
      <dgm:spPr/>
    </dgm:pt>
    <dgm:pt modelId="{B1BBB544-A1F3-4939-90CE-CB62994B3D0A}" type="pres">
      <dgm:prSet presAssocID="{C0BEE3E4-239A-423D-8A1C-E5F3DDCDD0EA}" presName="hierChild3" presStyleCnt="0"/>
      <dgm:spPr/>
    </dgm:pt>
    <dgm:pt modelId="{6CDD760D-A0E8-4A7B-8F16-D7F6C58BDEFB}" type="pres">
      <dgm:prSet presAssocID="{5D6E054C-214A-4BAE-9E78-2F77419CF6D1}" presName="bgShapesFlow" presStyleCnt="0"/>
      <dgm:spPr/>
    </dgm:pt>
  </dgm:ptLst>
  <dgm:cxnLst>
    <dgm:cxn modelId="{683EFE05-9BD2-40CF-BAB7-5773F7688818}" type="presOf" srcId="{A138D8B6-6903-48E2-9A4C-3C86EF3E1BCE}" destId="{A6771AA6-2F0D-4781-A724-093DAC3C30B0}" srcOrd="0" destOrd="0" presId="urn:microsoft.com/office/officeart/2005/8/layout/hierarchy6"/>
    <dgm:cxn modelId="{6359D620-3085-4026-A520-4DF3446C1641}" srcId="{A138D8B6-6903-48E2-9A4C-3C86EF3E1BCE}" destId="{C0BEE3E4-239A-423D-8A1C-E5F3DDCDD0EA}" srcOrd="4" destOrd="0" parTransId="{ADA118AF-8B78-4BEB-AB50-3C8B334217E9}" sibTransId="{2186C607-AB83-407D-B6B9-568409C2E6E2}"/>
    <dgm:cxn modelId="{DA349732-DC7D-4D4E-AFC5-C459560FFC64}" srcId="{A138D8B6-6903-48E2-9A4C-3C86EF3E1BCE}" destId="{35404C09-B9CE-4AB4-968C-0530C324B8AA}" srcOrd="3" destOrd="0" parTransId="{AF9EA4BB-9FC2-45E1-86C1-F79D26BF1881}" sibTransId="{3F363B1C-FD78-4DAC-9BFA-EA1CAA285328}"/>
    <dgm:cxn modelId="{91784F63-415C-4752-85FB-0C52D3D95EE7}" type="presOf" srcId="{5D6E054C-214A-4BAE-9E78-2F77419CF6D1}" destId="{573D563D-D512-4301-8C83-8C85EEAD41D5}" srcOrd="0" destOrd="0" presId="urn:microsoft.com/office/officeart/2005/8/layout/hierarchy6"/>
    <dgm:cxn modelId="{3CA77864-BCC2-475D-A93D-84AE322406E6}" type="presOf" srcId="{C0BEE3E4-239A-423D-8A1C-E5F3DDCDD0EA}" destId="{49F5B32A-C7CC-45EB-95C1-0B730A276687}" srcOrd="0" destOrd="0" presId="urn:microsoft.com/office/officeart/2005/8/layout/hierarchy6"/>
    <dgm:cxn modelId="{97B83E66-713A-4B86-B686-4DC7F78C8F75}" type="presOf" srcId="{ADA118AF-8B78-4BEB-AB50-3C8B334217E9}" destId="{532031FB-41DC-4505-9728-09666A5DE153}" srcOrd="0" destOrd="0" presId="urn:microsoft.com/office/officeart/2005/8/layout/hierarchy6"/>
    <dgm:cxn modelId="{3F41BC4A-FB95-43A0-8BFE-C73CD474C411}" type="presOf" srcId="{7A50C951-FA03-458A-A1F3-EC32B768D190}" destId="{40C95A61-4ED8-4CF1-91FB-51D4FE638E73}" srcOrd="0" destOrd="0" presId="urn:microsoft.com/office/officeart/2005/8/layout/hierarchy6"/>
    <dgm:cxn modelId="{F84E786C-8FAA-440F-83C2-2AC5DEBCCDCF}" srcId="{A138D8B6-6903-48E2-9A4C-3C86EF3E1BCE}" destId="{C9B7A535-123F-4F35-A0E6-998631D263CD}" srcOrd="0" destOrd="0" parTransId="{27DC505E-E954-429C-98BE-3B3D19572B45}" sibTransId="{40ABEB9A-CE08-4FA7-A721-F737EF93A5A6}"/>
    <dgm:cxn modelId="{9D87C675-450C-422F-B542-F99E631C094E}" type="presOf" srcId="{35404C09-B9CE-4AB4-968C-0530C324B8AA}" destId="{F5D14F59-D16E-456B-B30B-F9B6D8931DE8}" srcOrd="0" destOrd="0" presId="urn:microsoft.com/office/officeart/2005/8/layout/hierarchy6"/>
    <dgm:cxn modelId="{62443978-961A-455D-AAF0-219C068D157B}" type="presOf" srcId="{AF9EA4BB-9FC2-45E1-86C1-F79D26BF1881}" destId="{AAE32783-0AC0-4B51-8D70-1DEDDC733EDE}" srcOrd="0" destOrd="0" presId="urn:microsoft.com/office/officeart/2005/8/layout/hierarchy6"/>
    <dgm:cxn modelId="{8B182A79-0B83-4595-B310-A151FDD3548C}" type="presOf" srcId="{C088EECF-3C7F-45AC-B002-B0FDC8EAA804}" destId="{6FDE748F-A70F-404F-8982-5876155A4238}" srcOrd="0" destOrd="0" presId="urn:microsoft.com/office/officeart/2005/8/layout/hierarchy6"/>
    <dgm:cxn modelId="{DFF04394-7AF7-4F50-BFCC-723012F2A45A}" srcId="{A138D8B6-6903-48E2-9A4C-3C86EF3E1BCE}" destId="{7A50C951-FA03-458A-A1F3-EC32B768D190}" srcOrd="2" destOrd="0" parTransId="{9A915F6E-DF68-43B7-86A5-AC2CC86850E0}" sibTransId="{D41FBA60-B27B-440F-8DF0-6D3106730532}"/>
    <dgm:cxn modelId="{26E0D7A2-9C4A-432A-B6AC-27B38877718F}" type="presOf" srcId="{CE841732-C2A3-44E1-9908-5C3D51B85CF0}" destId="{76091D6F-8D9E-443F-806D-8FFA672BCC50}" srcOrd="0" destOrd="0" presId="urn:microsoft.com/office/officeart/2005/8/layout/hierarchy6"/>
    <dgm:cxn modelId="{CDBA27C4-1027-4115-A9F8-C829CAA9AAA3}" srcId="{A138D8B6-6903-48E2-9A4C-3C86EF3E1BCE}" destId="{CE841732-C2A3-44E1-9908-5C3D51B85CF0}" srcOrd="1" destOrd="0" parTransId="{C088EECF-3C7F-45AC-B002-B0FDC8EAA804}" sibTransId="{B86271CB-DD5A-4B1C-A459-B05BD70D3146}"/>
    <dgm:cxn modelId="{0AF1EDC6-7879-4B20-BF79-3FB0C831C196}" srcId="{5D6E054C-214A-4BAE-9E78-2F77419CF6D1}" destId="{A138D8B6-6903-48E2-9A4C-3C86EF3E1BCE}" srcOrd="0" destOrd="0" parTransId="{949C3EC8-D60D-4C15-8517-A0DD549D0B83}" sibTransId="{D0EC103B-8C78-40EC-8F3B-0B66F7ABA5E1}"/>
    <dgm:cxn modelId="{2C5770D6-D5C1-476F-AA28-320CC7E3AD7F}" type="presOf" srcId="{27DC505E-E954-429C-98BE-3B3D19572B45}" destId="{BC2F2A5C-3F4E-4A7A-8BB3-DE7CABD0BC92}" srcOrd="0" destOrd="0" presId="urn:microsoft.com/office/officeart/2005/8/layout/hierarchy6"/>
    <dgm:cxn modelId="{32E7C3D7-9986-4DF5-AAEC-A3B20271BFDB}" type="presOf" srcId="{9A915F6E-DF68-43B7-86A5-AC2CC86850E0}" destId="{D00ED4DC-2DCB-4B11-A10A-64B3C91AF2DF}" srcOrd="0" destOrd="0" presId="urn:microsoft.com/office/officeart/2005/8/layout/hierarchy6"/>
    <dgm:cxn modelId="{B8F4AEFE-38AE-4EFD-99B9-EE841BFDEDA2}" type="presOf" srcId="{C9B7A535-123F-4F35-A0E6-998631D263CD}" destId="{679F9F77-02E2-4FB4-BFF4-490F718FC617}" srcOrd="0" destOrd="0" presId="urn:microsoft.com/office/officeart/2005/8/layout/hierarchy6"/>
    <dgm:cxn modelId="{B6231E83-3D2C-4CD3-AEBC-15A1C09247A3}" type="presParOf" srcId="{573D563D-D512-4301-8C83-8C85EEAD41D5}" destId="{29D67B04-1194-4D0A-AAF9-59416E0F1DCC}" srcOrd="0" destOrd="0" presId="urn:microsoft.com/office/officeart/2005/8/layout/hierarchy6"/>
    <dgm:cxn modelId="{4BF5B5E2-1ADF-46E4-871D-38B28A7A7980}" type="presParOf" srcId="{29D67B04-1194-4D0A-AAF9-59416E0F1DCC}" destId="{6F01D8B5-16CB-4191-B893-3D244B174CA3}" srcOrd="0" destOrd="0" presId="urn:microsoft.com/office/officeart/2005/8/layout/hierarchy6"/>
    <dgm:cxn modelId="{8C1F8A27-54F4-4B7D-930F-018B764333BC}" type="presParOf" srcId="{6F01D8B5-16CB-4191-B893-3D244B174CA3}" destId="{03B1B0EF-D955-4D61-8A6D-6FE371589477}" srcOrd="0" destOrd="0" presId="urn:microsoft.com/office/officeart/2005/8/layout/hierarchy6"/>
    <dgm:cxn modelId="{2021E50A-2E7D-4E4E-B852-E8F2FA5C0FE7}" type="presParOf" srcId="{03B1B0EF-D955-4D61-8A6D-6FE371589477}" destId="{A6771AA6-2F0D-4781-A724-093DAC3C30B0}" srcOrd="0" destOrd="0" presId="urn:microsoft.com/office/officeart/2005/8/layout/hierarchy6"/>
    <dgm:cxn modelId="{9F32FEEC-E914-4128-9E45-6795C8CF7F32}" type="presParOf" srcId="{03B1B0EF-D955-4D61-8A6D-6FE371589477}" destId="{C3028A32-6776-4F5D-AD9A-5FD1C4E32770}" srcOrd="1" destOrd="0" presId="urn:microsoft.com/office/officeart/2005/8/layout/hierarchy6"/>
    <dgm:cxn modelId="{17DB126D-4BA1-44BE-BD0D-0FAC39F55F1F}" type="presParOf" srcId="{C3028A32-6776-4F5D-AD9A-5FD1C4E32770}" destId="{BC2F2A5C-3F4E-4A7A-8BB3-DE7CABD0BC92}" srcOrd="0" destOrd="0" presId="urn:microsoft.com/office/officeart/2005/8/layout/hierarchy6"/>
    <dgm:cxn modelId="{01D66F78-C3D5-468F-9B12-6FA9AD779974}" type="presParOf" srcId="{C3028A32-6776-4F5D-AD9A-5FD1C4E32770}" destId="{6E4E106E-1EE5-45AE-8DD5-F406E0DFC4F3}" srcOrd="1" destOrd="0" presId="urn:microsoft.com/office/officeart/2005/8/layout/hierarchy6"/>
    <dgm:cxn modelId="{A5AAFEC4-A77F-4864-89EC-4F4B9C3F462A}" type="presParOf" srcId="{6E4E106E-1EE5-45AE-8DD5-F406E0DFC4F3}" destId="{679F9F77-02E2-4FB4-BFF4-490F718FC617}" srcOrd="0" destOrd="0" presId="urn:microsoft.com/office/officeart/2005/8/layout/hierarchy6"/>
    <dgm:cxn modelId="{CB34ED52-3F26-47DC-94A4-037907BB770C}" type="presParOf" srcId="{6E4E106E-1EE5-45AE-8DD5-F406E0DFC4F3}" destId="{6336AE13-8987-4BE2-9F76-F1E92A1BD488}" srcOrd="1" destOrd="0" presId="urn:microsoft.com/office/officeart/2005/8/layout/hierarchy6"/>
    <dgm:cxn modelId="{79F11142-FC2F-4253-A75E-11492A75FB5A}" type="presParOf" srcId="{C3028A32-6776-4F5D-AD9A-5FD1C4E32770}" destId="{6FDE748F-A70F-404F-8982-5876155A4238}" srcOrd="2" destOrd="0" presId="urn:microsoft.com/office/officeart/2005/8/layout/hierarchy6"/>
    <dgm:cxn modelId="{4FE898D4-2194-4C2F-861A-AE31A2FC252F}" type="presParOf" srcId="{C3028A32-6776-4F5D-AD9A-5FD1C4E32770}" destId="{30CFAC15-25A0-4DEE-969C-26A436C135FE}" srcOrd="3" destOrd="0" presId="urn:microsoft.com/office/officeart/2005/8/layout/hierarchy6"/>
    <dgm:cxn modelId="{3913E802-94FC-4597-8CF2-BEC0A4ACC207}" type="presParOf" srcId="{30CFAC15-25A0-4DEE-969C-26A436C135FE}" destId="{76091D6F-8D9E-443F-806D-8FFA672BCC50}" srcOrd="0" destOrd="0" presId="urn:microsoft.com/office/officeart/2005/8/layout/hierarchy6"/>
    <dgm:cxn modelId="{1023BC53-87F2-400C-B304-97BE207A14E9}" type="presParOf" srcId="{30CFAC15-25A0-4DEE-969C-26A436C135FE}" destId="{C8EE968E-B73A-4DB3-B6CC-4D16994636B6}" srcOrd="1" destOrd="0" presId="urn:microsoft.com/office/officeart/2005/8/layout/hierarchy6"/>
    <dgm:cxn modelId="{5BFEF808-22FF-449F-87F1-8C766E3FFBAA}" type="presParOf" srcId="{C3028A32-6776-4F5D-AD9A-5FD1C4E32770}" destId="{D00ED4DC-2DCB-4B11-A10A-64B3C91AF2DF}" srcOrd="4" destOrd="0" presId="urn:microsoft.com/office/officeart/2005/8/layout/hierarchy6"/>
    <dgm:cxn modelId="{7CBAA53E-4CD1-415A-85F7-ABAA2751F681}" type="presParOf" srcId="{C3028A32-6776-4F5D-AD9A-5FD1C4E32770}" destId="{C38679EE-458B-4698-8742-5AAE7F68ACAD}" srcOrd="5" destOrd="0" presId="urn:microsoft.com/office/officeart/2005/8/layout/hierarchy6"/>
    <dgm:cxn modelId="{C1757FAC-20D3-4AAE-A1A4-7A35DC244699}" type="presParOf" srcId="{C38679EE-458B-4698-8742-5AAE7F68ACAD}" destId="{40C95A61-4ED8-4CF1-91FB-51D4FE638E73}" srcOrd="0" destOrd="0" presId="urn:microsoft.com/office/officeart/2005/8/layout/hierarchy6"/>
    <dgm:cxn modelId="{12BB5F51-636E-43E0-B1C1-88BD90FC69FE}" type="presParOf" srcId="{C38679EE-458B-4698-8742-5AAE7F68ACAD}" destId="{24C35025-3301-42E6-A13E-1D2BA8CE5A24}" srcOrd="1" destOrd="0" presId="urn:microsoft.com/office/officeart/2005/8/layout/hierarchy6"/>
    <dgm:cxn modelId="{6AD617BA-8085-4D5A-826E-5EA731576E84}" type="presParOf" srcId="{C3028A32-6776-4F5D-AD9A-5FD1C4E32770}" destId="{AAE32783-0AC0-4B51-8D70-1DEDDC733EDE}" srcOrd="6" destOrd="0" presId="urn:microsoft.com/office/officeart/2005/8/layout/hierarchy6"/>
    <dgm:cxn modelId="{01D23559-F117-4399-B7B1-CE6FF0F40464}" type="presParOf" srcId="{C3028A32-6776-4F5D-AD9A-5FD1C4E32770}" destId="{3477DA91-C8DF-4631-AB83-B053BA2296D3}" srcOrd="7" destOrd="0" presId="urn:microsoft.com/office/officeart/2005/8/layout/hierarchy6"/>
    <dgm:cxn modelId="{65F3378A-7C41-4EE6-AED4-B78CC18FAD3B}" type="presParOf" srcId="{3477DA91-C8DF-4631-AB83-B053BA2296D3}" destId="{F5D14F59-D16E-456B-B30B-F9B6D8931DE8}" srcOrd="0" destOrd="0" presId="urn:microsoft.com/office/officeart/2005/8/layout/hierarchy6"/>
    <dgm:cxn modelId="{0A63F11B-F05A-44A0-ACA5-4DEE714CE1ED}" type="presParOf" srcId="{3477DA91-C8DF-4631-AB83-B053BA2296D3}" destId="{06154B28-AA1A-488F-86D9-223BEBADBFFE}" srcOrd="1" destOrd="0" presId="urn:microsoft.com/office/officeart/2005/8/layout/hierarchy6"/>
    <dgm:cxn modelId="{1515A86A-BD87-44F5-AEA8-0E8A8084B95E}" type="presParOf" srcId="{C3028A32-6776-4F5D-AD9A-5FD1C4E32770}" destId="{532031FB-41DC-4505-9728-09666A5DE153}" srcOrd="8" destOrd="0" presId="urn:microsoft.com/office/officeart/2005/8/layout/hierarchy6"/>
    <dgm:cxn modelId="{EA4CD95B-EB30-4B76-9A2F-ECEF69615C46}" type="presParOf" srcId="{C3028A32-6776-4F5D-AD9A-5FD1C4E32770}" destId="{730A8291-C781-404E-820E-754780AF6A8C}" srcOrd="9" destOrd="0" presId="urn:microsoft.com/office/officeart/2005/8/layout/hierarchy6"/>
    <dgm:cxn modelId="{FA3A410F-7D8E-4592-A201-126BCE55E320}" type="presParOf" srcId="{730A8291-C781-404E-820E-754780AF6A8C}" destId="{49F5B32A-C7CC-45EB-95C1-0B730A276687}" srcOrd="0" destOrd="0" presId="urn:microsoft.com/office/officeart/2005/8/layout/hierarchy6"/>
    <dgm:cxn modelId="{FE707109-A463-4F46-BDF3-EA1538F3AF72}" type="presParOf" srcId="{730A8291-C781-404E-820E-754780AF6A8C}" destId="{B1BBB544-A1F3-4939-90CE-CB62994B3D0A}" srcOrd="1" destOrd="0" presId="urn:microsoft.com/office/officeart/2005/8/layout/hierarchy6"/>
    <dgm:cxn modelId="{D774F9F1-247A-4F8B-952F-35BBB7F5BEDA}" type="presParOf" srcId="{573D563D-D512-4301-8C83-8C85EEAD41D5}" destId="{6CDD760D-A0E8-4A7B-8F16-D7F6C58BDEFB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71AA6-2F0D-4781-A724-093DAC3C30B0}">
      <dsp:nvSpPr>
        <dsp:cNvPr id="0" name=""/>
        <dsp:cNvSpPr/>
      </dsp:nvSpPr>
      <dsp:spPr>
        <a:xfrm>
          <a:off x="3012139" y="1643812"/>
          <a:ext cx="3050992" cy="974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Linux Features</a:t>
          </a:r>
          <a:endParaRPr lang="en-US" sz="2200" kern="1200" dirty="0"/>
        </a:p>
      </dsp:txBody>
      <dsp:txXfrm>
        <a:off x="3040692" y="1672365"/>
        <a:ext cx="2993886" cy="917776"/>
      </dsp:txXfrm>
    </dsp:sp>
    <dsp:sp modelId="{BC2F2A5C-3F4E-4A7A-8BB3-DE7CABD0BC92}">
      <dsp:nvSpPr>
        <dsp:cNvPr id="0" name=""/>
        <dsp:cNvSpPr/>
      </dsp:nvSpPr>
      <dsp:spPr>
        <a:xfrm>
          <a:off x="735593" y="2618695"/>
          <a:ext cx="3802042" cy="389953"/>
        </a:xfrm>
        <a:custGeom>
          <a:avLst/>
          <a:gdLst/>
          <a:ahLst/>
          <a:cxnLst/>
          <a:rect l="0" t="0" r="0" b="0"/>
          <a:pathLst>
            <a:path>
              <a:moveTo>
                <a:pt x="3802042" y="0"/>
              </a:moveTo>
              <a:lnTo>
                <a:pt x="3802042" y="194976"/>
              </a:lnTo>
              <a:lnTo>
                <a:pt x="0" y="194976"/>
              </a:lnTo>
              <a:lnTo>
                <a:pt x="0" y="3899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9F9F77-02E2-4FB4-BFF4-490F718FC617}">
      <dsp:nvSpPr>
        <dsp:cNvPr id="0" name=""/>
        <dsp:cNvSpPr/>
      </dsp:nvSpPr>
      <dsp:spPr>
        <a:xfrm>
          <a:off x="4431" y="3008648"/>
          <a:ext cx="1462323" cy="974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Multi Tasking</a:t>
          </a:r>
          <a:endParaRPr lang="en-US" sz="2200" kern="1200" dirty="0"/>
        </a:p>
      </dsp:txBody>
      <dsp:txXfrm>
        <a:off x="32984" y="3037201"/>
        <a:ext cx="1405217" cy="917776"/>
      </dsp:txXfrm>
    </dsp:sp>
    <dsp:sp modelId="{6FDE748F-A70F-404F-8982-5876155A4238}">
      <dsp:nvSpPr>
        <dsp:cNvPr id="0" name=""/>
        <dsp:cNvSpPr/>
      </dsp:nvSpPr>
      <dsp:spPr>
        <a:xfrm>
          <a:off x="2636614" y="2618695"/>
          <a:ext cx="1901021" cy="389953"/>
        </a:xfrm>
        <a:custGeom>
          <a:avLst/>
          <a:gdLst/>
          <a:ahLst/>
          <a:cxnLst/>
          <a:rect l="0" t="0" r="0" b="0"/>
          <a:pathLst>
            <a:path>
              <a:moveTo>
                <a:pt x="1901021" y="0"/>
              </a:moveTo>
              <a:lnTo>
                <a:pt x="1901021" y="194976"/>
              </a:lnTo>
              <a:lnTo>
                <a:pt x="0" y="194976"/>
              </a:lnTo>
              <a:lnTo>
                <a:pt x="0" y="3899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091D6F-8D9E-443F-806D-8FFA672BCC50}">
      <dsp:nvSpPr>
        <dsp:cNvPr id="0" name=""/>
        <dsp:cNvSpPr/>
      </dsp:nvSpPr>
      <dsp:spPr>
        <a:xfrm>
          <a:off x="1905452" y="3008648"/>
          <a:ext cx="1462323" cy="974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Multi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User</a:t>
          </a:r>
          <a:endParaRPr lang="en-US" sz="2200" kern="1200" dirty="0"/>
        </a:p>
      </dsp:txBody>
      <dsp:txXfrm>
        <a:off x="1934005" y="3037201"/>
        <a:ext cx="1405217" cy="917776"/>
      </dsp:txXfrm>
    </dsp:sp>
    <dsp:sp modelId="{D00ED4DC-2DCB-4B11-A10A-64B3C91AF2DF}">
      <dsp:nvSpPr>
        <dsp:cNvPr id="0" name=""/>
        <dsp:cNvSpPr/>
      </dsp:nvSpPr>
      <dsp:spPr>
        <a:xfrm>
          <a:off x="4491915" y="2618695"/>
          <a:ext cx="91440" cy="3899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99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95A61-4ED8-4CF1-91FB-51D4FE638E73}">
      <dsp:nvSpPr>
        <dsp:cNvPr id="0" name=""/>
        <dsp:cNvSpPr/>
      </dsp:nvSpPr>
      <dsp:spPr>
        <a:xfrm>
          <a:off x="3806473" y="3008648"/>
          <a:ext cx="1462323" cy="974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Multi Threading</a:t>
          </a:r>
          <a:endParaRPr lang="en-US" sz="2200" kern="1200" dirty="0"/>
        </a:p>
      </dsp:txBody>
      <dsp:txXfrm>
        <a:off x="3835026" y="3037201"/>
        <a:ext cx="1405217" cy="917776"/>
      </dsp:txXfrm>
    </dsp:sp>
    <dsp:sp modelId="{AAE32783-0AC0-4B51-8D70-1DEDDC733EDE}">
      <dsp:nvSpPr>
        <dsp:cNvPr id="0" name=""/>
        <dsp:cNvSpPr/>
      </dsp:nvSpPr>
      <dsp:spPr>
        <a:xfrm>
          <a:off x="4537635" y="2618695"/>
          <a:ext cx="1901021" cy="3899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976"/>
              </a:lnTo>
              <a:lnTo>
                <a:pt x="1901021" y="194976"/>
              </a:lnTo>
              <a:lnTo>
                <a:pt x="1901021" y="3899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D14F59-D16E-456B-B30B-F9B6D8931DE8}">
      <dsp:nvSpPr>
        <dsp:cNvPr id="0" name=""/>
        <dsp:cNvSpPr/>
      </dsp:nvSpPr>
      <dsp:spPr>
        <a:xfrm>
          <a:off x="5707494" y="3008648"/>
          <a:ext cx="1462323" cy="974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Multi Platform</a:t>
          </a:r>
          <a:endParaRPr lang="en-US" sz="2200" kern="1200" dirty="0"/>
        </a:p>
      </dsp:txBody>
      <dsp:txXfrm>
        <a:off x="5736047" y="3037201"/>
        <a:ext cx="1405217" cy="917776"/>
      </dsp:txXfrm>
    </dsp:sp>
    <dsp:sp modelId="{532031FB-41DC-4505-9728-09666A5DE153}">
      <dsp:nvSpPr>
        <dsp:cNvPr id="0" name=""/>
        <dsp:cNvSpPr/>
      </dsp:nvSpPr>
      <dsp:spPr>
        <a:xfrm>
          <a:off x="4537635" y="2618695"/>
          <a:ext cx="3802042" cy="3899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976"/>
              </a:lnTo>
              <a:lnTo>
                <a:pt x="3802042" y="194976"/>
              </a:lnTo>
              <a:lnTo>
                <a:pt x="3802042" y="3899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F5B32A-C7CC-45EB-95C1-0B730A276687}">
      <dsp:nvSpPr>
        <dsp:cNvPr id="0" name=""/>
        <dsp:cNvSpPr/>
      </dsp:nvSpPr>
      <dsp:spPr>
        <a:xfrm>
          <a:off x="7608515" y="3008648"/>
          <a:ext cx="1462323" cy="974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Multi Processing</a:t>
          </a:r>
          <a:endParaRPr lang="en-US" sz="2200" kern="1200" dirty="0"/>
        </a:p>
      </dsp:txBody>
      <dsp:txXfrm>
        <a:off x="7637068" y="3037201"/>
        <a:ext cx="1405217" cy="917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5CCCE-A0EE-49C6-85E1-21918A6C5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B8B34-3F99-4890-8626-D1F443444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A39B2-1CAC-42DC-B22B-806A60D1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166C5-34EA-4A58-81EE-7F0071E5F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56E7F-AB37-4CA1-81F7-AE53F9DC6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2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3D235-48F9-44F6-BCCF-3937E345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34424-6773-4487-9A1D-D48B0E2D2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BCB92-1C69-40BF-B8F9-736066DB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0B5FC-BF91-4C95-9371-BF175FC2F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1AC4-AEC1-4213-BAE2-C8E50C1A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80A3-B9D6-4422-8ECA-764C67EF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B97A2-2DD6-4AAE-9A6A-75BBA9E9F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3C60A-EDA7-4DB6-89E9-B297CBFA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DE464-E198-4148-BD75-AD068B01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65AE8-E37D-4478-94A5-339892D0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070F2-C598-4828-A879-22FFF9C5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8C4DD-A781-4355-A741-12FC7C8F0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D84D5-55CD-458C-BAE3-03FC123A3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DDF86-9728-4785-81B7-45E1AD56B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B33C0-D856-49FA-B931-5FD24C69A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B0BA1-E191-4275-9438-9DB5F7A7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16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8B67-5114-4BD4-9681-84C9AFB60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B337A-5A43-46AD-990E-AB6767E01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0ACB2-B2AF-4776-A0A0-5321BACA2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3AB52-4BCF-43CF-BB52-AD0B153C6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CAFDE2-28CC-407C-8A1E-5CA332FD4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F99F3-6BDF-45E4-AC06-C756DAADD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88CDC-F59C-4AB5-B04F-46F20D71A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ED0708-7AEB-4BB4-BBA5-27999E75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2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A6C1-A11F-4BFE-AD5F-47F1CC6F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E7737-E894-4159-9CA9-4DE56A94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3A23F-31A6-4DB7-BC22-92D29AB5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4691E-77B3-40C0-95A2-EBAB5205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2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D0231-5976-4E71-8105-981FD1535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52158C-E3E6-45F4-B960-7F5F5A89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D84BE-1EB9-46FE-ADCB-22A7F464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0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9C49-592D-441A-92B7-6480BC9C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C0CEA-54FC-44BF-B276-168003FBB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ED773-A1E4-4A8D-9459-3AFC58D20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377E8-754A-4944-9527-ED545F4B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0C4C7-6764-4DC2-9C8C-2AA4CBAD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632F3-9487-4F63-A46C-FBA77102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4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3212B-BFDD-4A1F-AA42-F87D0F76A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012581-5E0B-4181-A278-A21E24D7C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84BCE-B93F-4F15-979C-D39E96544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063E6-EE5C-47B9-9743-2B2DE8C5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F624C-8A37-4512-9687-F673DD8D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2DB61-9F9A-4507-81BD-DE47C8AF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1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6853-BC0F-4D80-BF8B-BDEAB783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9154C-687A-45EA-A1EA-F11DF0D01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6FE8A-ACCA-4D41-9F4E-A660AA89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84E79-0D49-4FC0-B4DF-FD6650F9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E56D0-07D2-4997-8EBB-136D4E0D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9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FFB72E-39B6-4E59-80A8-A9E336A19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4C89E-D221-47B8-BCC1-F605EB1D0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B300F-B0B6-4FD1-98FE-A8AC479D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37D3E-AAB3-45FD-93C1-D103F30C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4C56C-770F-4B80-A10F-A11F37D2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8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0B492B-725C-4BDD-97FD-025A6D09C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7C55F-2886-4D00-9CDD-075C0FD9C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EDDAB-4AF2-41C0-B042-C078C5A64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35FA2-EEBB-491E-BC5A-CD164E68AF3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B5DFA-A269-4561-9D62-243FF2B0E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DFB85-7000-4FB1-931E-F81B5E16B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B4D62-A6E1-4124-A86A-7CDF6A6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2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322E69-02D1-F228-C600-2CF143B6B454}"/>
              </a:ext>
            </a:extLst>
          </p:cNvPr>
          <p:cNvSpPr/>
          <p:nvPr/>
        </p:nvSpPr>
        <p:spPr>
          <a:xfrm>
            <a:off x="632012" y="564780"/>
            <a:ext cx="10905564" cy="8740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Linux System Programming Essentials</a:t>
            </a:r>
            <a:endParaRPr lang="en-US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1E47EA-10D2-78C7-04BD-C89225B51758}"/>
              </a:ext>
            </a:extLst>
          </p:cNvPr>
          <p:cNvCxnSpPr>
            <a:cxnSpLocks/>
          </p:cNvCxnSpPr>
          <p:nvPr/>
        </p:nvCxnSpPr>
        <p:spPr>
          <a:xfrm>
            <a:off x="1559859" y="1438839"/>
            <a:ext cx="0" cy="360380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A7D540-DA23-9BEE-B887-CD5C7E5CFC49}"/>
              </a:ext>
            </a:extLst>
          </p:cNvPr>
          <p:cNvSpPr/>
          <p:nvPr/>
        </p:nvSpPr>
        <p:spPr>
          <a:xfrm>
            <a:off x="2944906" y="1949824"/>
            <a:ext cx="3832400" cy="77992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Development Tools</a:t>
            </a:r>
            <a:endParaRPr lang="en-US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6D10E7-EE07-3B4D-1A3A-D4B9F9F85491}"/>
              </a:ext>
            </a:extLst>
          </p:cNvPr>
          <p:cNvSpPr/>
          <p:nvPr/>
        </p:nvSpPr>
        <p:spPr>
          <a:xfrm>
            <a:off x="5177118" y="3025589"/>
            <a:ext cx="3307976" cy="954741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dirty="0"/>
          </a:p>
          <a:p>
            <a:r>
              <a:rPr lang="en-IN" sz="2000" dirty="0"/>
              <a:t>Compilers</a:t>
            </a:r>
          </a:p>
          <a:p>
            <a:r>
              <a:rPr lang="en-IN" sz="2000" dirty="0"/>
              <a:t>Debuggers</a:t>
            </a:r>
          </a:p>
          <a:p>
            <a:r>
              <a:rPr lang="en-IN" sz="2000" dirty="0"/>
              <a:t>Build Tools</a:t>
            </a:r>
          </a:p>
          <a:p>
            <a:endParaRPr lang="en-US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70422D-30EF-ED6A-EF1C-6CA3BD3F412D}"/>
              </a:ext>
            </a:extLst>
          </p:cNvPr>
          <p:cNvSpPr/>
          <p:nvPr/>
        </p:nvSpPr>
        <p:spPr>
          <a:xfrm>
            <a:off x="2944906" y="4549586"/>
            <a:ext cx="3832400" cy="77992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System Calls &amp; APIs</a:t>
            </a:r>
            <a:endParaRPr lang="en-US" sz="2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90AF43-9431-34A2-6D8C-AF450628CC2D}"/>
              </a:ext>
            </a:extLst>
          </p:cNvPr>
          <p:cNvSpPr/>
          <p:nvPr/>
        </p:nvSpPr>
        <p:spPr>
          <a:xfrm>
            <a:off x="5181601" y="5625344"/>
            <a:ext cx="3307976" cy="954741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/>
              <a:t>Application Developments</a:t>
            </a:r>
          </a:p>
          <a:p>
            <a:r>
              <a:rPr lang="en-IN" sz="2000" dirty="0"/>
              <a:t>O.S. Internals</a:t>
            </a:r>
            <a:endParaRPr lang="en-US" sz="200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A44DEB2-FE0A-0519-B4FC-EAB64B646C35}"/>
              </a:ext>
            </a:extLst>
          </p:cNvPr>
          <p:cNvSpPr/>
          <p:nvPr/>
        </p:nvSpPr>
        <p:spPr>
          <a:xfrm>
            <a:off x="1573306" y="2339788"/>
            <a:ext cx="1371600" cy="45719"/>
          </a:xfrm>
          <a:prstGeom prst="rightArrow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7440781-AC4D-3AF4-5407-BC9F640C3ADA}"/>
              </a:ext>
            </a:extLst>
          </p:cNvPr>
          <p:cNvSpPr/>
          <p:nvPr/>
        </p:nvSpPr>
        <p:spPr>
          <a:xfrm>
            <a:off x="1550894" y="4993339"/>
            <a:ext cx="1380563" cy="45719"/>
          </a:xfrm>
          <a:prstGeom prst="rightArrow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D8B35D9-9245-A02C-3FCB-B1703FD974D5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 rot="16200000" flipH="1">
            <a:off x="4632509" y="2958350"/>
            <a:ext cx="773207" cy="3160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91B6AF4-1139-67AD-7CA3-2FD1DF1545A5}"/>
              </a:ext>
            </a:extLst>
          </p:cNvPr>
          <p:cNvCxnSpPr/>
          <p:nvPr/>
        </p:nvCxnSpPr>
        <p:spPr>
          <a:xfrm rot="16200000" flipH="1">
            <a:off x="4650439" y="5558113"/>
            <a:ext cx="773207" cy="3160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4909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ED4C56-1D2D-4507-7202-2791DB8339B4}"/>
              </a:ext>
            </a:extLst>
          </p:cNvPr>
          <p:cNvSpPr/>
          <p:nvPr/>
        </p:nvSpPr>
        <p:spPr>
          <a:xfrm>
            <a:off x="1048872" y="712694"/>
            <a:ext cx="9977718" cy="7530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Operating System</a:t>
            </a:r>
            <a:endParaRPr lang="en-US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C33AAF-3F4B-5405-ED9C-955113E6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835" y="1492622"/>
            <a:ext cx="9861180" cy="51435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13F79D-2712-3A11-7526-AC30163F44F8}"/>
              </a:ext>
            </a:extLst>
          </p:cNvPr>
          <p:cNvSpPr/>
          <p:nvPr/>
        </p:nvSpPr>
        <p:spPr>
          <a:xfrm>
            <a:off x="10676964" y="3236257"/>
            <a:ext cx="874059" cy="3630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Shell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B4A41B-6838-9AAB-C698-64BF460A0AF6}"/>
              </a:ext>
            </a:extLst>
          </p:cNvPr>
          <p:cNvSpPr/>
          <p:nvPr/>
        </p:nvSpPr>
        <p:spPr>
          <a:xfrm>
            <a:off x="10721789" y="4024031"/>
            <a:ext cx="874059" cy="3630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Kernel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52E5B0-1179-20DF-488F-26E1510F69E2}"/>
              </a:ext>
            </a:extLst>
          </p:cNvPr>
          <p:cNvCxnSpPr>
            <a:cxnSpLocks/>
          </p:cNvCxnSpPr>
          <p:nvPr/>
        </p:nvCxnSpPr>
        <p:spPr>
          <a:xfrm flipH="1">
            <a:off x="11113994" y="3590365"/>
            <a:ext cx="1" cy="4605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954E79-8F15-C960-55E5-FCFCD7FFE776}"/>
              </a:ext>
            </a:extLst>
          </p:cNvPr>
          <p:cNvSpPr/>
          <p:nvPr/>
        </p:nvSpPr>
        <p:spPr>
          <a:xfrm>
            <a:off x="10703859" y="5096436"/>
            <a:ext cx="129091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BSP</a:t>
            </a:r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DBBD103-A00F-B00C-7951-533C5A826C98}"/>
              </a:ext>
            </a:extLst>
          </p:cNvPr>
          <p:cNvSpPr/>
          <p:nvPr/>
        </p:nvSpPr>
        <p:spPr>
          <a:xfrm rot="10800000">
            <a:off x="10031506" y="5257800"/>
            <a:ext cx="690283" cy="107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EC5D91-8E08-EE3C-5A1B-A344BAF710B0}"/>
              </a:ext>
            </a:extLst>
          </p:cNvPr>
          <p:cNvSpPr txBox="1"/>
          <p:nvPr/>
        </p:nvSpPr>
        <p:spPr>
          <a:xfrm>
            <a:off x="9386043" y="6498983"/>
            <a:ext cx="2743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**Board Specific </a:t>
            </a:r>
            <a:r>
              <a:rPr lang="en-IN"/>
              <a:t>Package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41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382803-2540-0435-E792-666F421FDF53}"/>
              </a:ext>
            </a:extLst>
          </p:cNvPr>
          <p:cNvSpPr/>
          <p:nvPr/>
        </p:nvSpPr>
        <p:spPr>
          <a:xfrm>
            <a:off x="1048872" y="712694"/>
            <a:ext cx="9977718" cy="7530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Types of Kernel Architecture</a:t>
            </a:r>
            <a:endParaRPr lang="en-US" sz="3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B9B075-A088-FBA7-DBB3-562AC38A1197}"/>
              </a:ext>
            </a:extLst>
          </p:cNvPr>
          <p:cNvSpPr/>
          <p:nvPr/>
        </p:nvSpPr>
        <p:spPr>
          <a:xfrm>
            <a:off x="3603807" y="1640542"/>
            <a:ext cx="5096436" cy="64545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Monolithic Kernel (Linux)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9512F-F8A7-0B66-D152-575891538310}"/>
              </a:ext>
            </a:extLst>
          </p:cNvPr>
          <p:cNvSpPr txBox="1"/>
          <p:nvPr/>
        </p:nvSpPr>
        <p:spPr>
          <a:xfrm>
            <a:off x="1048873" y="2261351"/>
            <a:ext cx="5904378" cy="42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endParaRPr lang="en-US" altLang="ko-KR" sz="2000" dirty="0">
              <a:ea typeface="굴림" pitchFamily="50" charset="-127"/>
            </a:endParaRPr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altLang="ko-KR" sz="2000" dirty="0">
                <a:ea typeface="굴림" pitchFamily="50" charset="-127"/>
              </a:rPr>
              <a:t>Integrated Kernel Approach</a:t>
            </a:r>
          </a:p>
          <a:p>
            <a:pPr eaLnBrk="1" hangingPunct="1">
              <a:lnSpc>
                <a:spcPct val="80000"/>
              </a:lnSpc>
              <a:buClr>
                <a:srgbClr val="0000CC"/>
              </a:buClr>
            </a:pPr>
            <a:endParaRPr lang="en-US" dirty="0"/>
          </a:p>
          <a:p>
            <a:pPr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All the parts of a kernel like the Scheduler, File System, Memory Management, Networking Stacks, Device Drivers, etc., are maintained in one unit within the kernel in </a:t>
            </a:r>
            <a:r>
              <a:rPr lang="en-US" sz="2000" b="1" dirty="0"/>
              <a:t>Monolithic Kernel</a:t>
            </a:r>
            <a:endParaRPr lang="en-US" altLang="ko-KR" sz="2000" dirty="0">
              <a:ea typeface="굴림" pitchFamily="50" charset="-127"/>
            </a:endParaRPr>
          </a:p>
          <a:p>
            <a:pPr>
              <a:buClr>
                <a:srgbClr val="0000CC"/>
              </a:buClr>
            </a:pPr>
            <a:endParaRPr lang="en-US" sz="1050" b="1" dirty="0"/>
          </a:p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b="1" dirty="0"/>
              <a:t>Advantages</a:t>
            </a:r>
            <a:endParaRPr lang="en-US" sz="2000" dirty="0"/>
          </a:p>
          <a:p>
            <a:pPr marL="800100" lvl="1" indent="-342900">
              <a:buClr>
                <a:srgbClr val="0000CC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Faster processing</a:t>
            </a:r>
          </a:p>
          <a:p>
            <a:pPr>
              <a:buClr>
                <a:srgbClr val="0000CC"/>
              </a:buClr>
            </a:pPr>
            <a:endParaRPr lang="en-US" sz="700" b="1" dirty="0"/>
          </a:p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b="1" dirty="0"/>
              <a:t>Disadvantages</a:t>
            </a:r>
            <a:endParaRPr lang="en-US" sz="2000" dirty="0"/>
          </a:p>
          <a:p>
            <a:pPr marL="800100" lvl="1" indent="-342900">
              <a:buClr>
                <a:srgbClr val="0000CC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Crash Insecure</a:t>
            </a:r>
          </a:p>
          <a:p>
            <a:pPr marL="800100" lvl="1" indent="-342900">
              <a:buClr>
                <a:srgbClr val="0000CC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Porting Inflexibility </a:t>
            </a:r>
          </a:p>
          <a:p>
            <a:pPr marL="800100" lvl="1" indent="-342900">
              <a:buClr>
                <a:srgbClr val="0000CC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Kernel Size explosion</a:t>
            </a:r>
          </a:p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b="1" dirty="0"/>
              <a:t>Examples</a:t>
            </a:r>
            <a:r>
              <a:rPr lang="en-US" sz="2000" dirty="0"/>
              <a:t>  MS-DOS, Unix, Linux</a:t>
            </a:r>
          </a:p>
        </p:txBody>
      </p:sp>
      <p:pic>
        <p:nvPicPr>
          <p:cNvPr id="2050" name="Picture 2" descr="Monolithic Structure of Operating System - javatpoint">
            <a:extLst>
              <a:ext uri="{FF2B5EF4-FFF2-40B4-BE49-F238E27FC236}">
                <a16:creationId xmlns:a16="http://schemas.microsoft.com/office/drawing/2014/main" id="{D9234E81-FEE8-415A-0D71-597816F61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2460814"/>
            <a:ext cx="523875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49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6DD7A6-95E6-65F3-672F-7184BF5E9FD0}"/>
              </a:ext>
            </a:extLst>
          </p:cNvPr>
          <p:cNvSpPr txBox="1"/>
          <p:nvPr/>
        </p:nvSpPr>
        <p:spPr>
          <a:xfrm>
            <a:off x="3250827" y="568370"/>
            <a:ext cx="60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Micro Kernel (QNX)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4B906-B8E7-B9DF-DAA3-252BB7520CB7}"/>
              </a:ext>
            </a:extLst>
          </p:cNvPr>
          <p:cNvSpPr txBox="1"/>
          <p:nvPr/>
        </p:nvSpPr>
        <p:spPr>
          <a:xfrm>
            <a:off x="726143" y="1480637"/>
            <a:ext cx="6656294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Only the very important parts like IPC(Inter process Communication), basic scheduler, basic memory handling, basic I/O primitives etc., are put into the kernel.</a:t>
            </a:r>
          </a:p>
          <a:p>
            <a:pPr>
              <a:buClr>
                <a:srgbClr val="0000CC"/>
              </a:buClr>
            </a:pPr>
            <a:endParaRPr lang="en-US" dirty="0"/>
          </a:p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Communication happen via message passing.   </a:t>
            </a:r>
          </a:p>
          <a:p>
            <a:pPr>
              <a:buClr>
                <a:srgbClr val="0000CC"/>
              </a:buClr>
            </a:pPr>
            <a:endParaRPr lang="en-US" sz="700" dirty="0"/>
          </a:p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Others are maintained as server processes in User Space</a:t>
            </a:r>
            <a:endParaRPr lang="en-US" altLang="ko-KR" sz="2000" dirty="0"/>
          </a:p>
          <a:p>
            <a:pPr>
              <a:buClr>
                <a:srgbClr val="0000CC"/>
              </a:buClr>
            </a:pPr>
            <a:endParaRPr lang="en-US" sz="800" b="1" dirty="0"/>
          </a:p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b="1" dirty="0"/>
              <a:t>Advantages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Crash Resistant, Portable, Smaller Size</a:t>
            </a:r>
          </a:p>
          <a:p>
            <a:pPr>
              <a:buClr>
                <a:srgbClr val="0000CC"/>
              </a:buClr>
            </a:pPr>
            <a:endParaRPr lang="en-US" sz="800" b="1" dirty="0"/>
          </a:p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b="1" dirty="0"/>
              <a:t>Disadvantages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Slower Processing due to additional Message Passing</a:t>
            </a:r>
          </a:p>
          <a:p>
            <a:pPr>
              <a:buNone/>
            </a:pPr>
            <a:endParaRPr lang="en-US" altLang="ko-KR" sz="1200" b="1" dirty="0">
              <a:ea typeface="굴림" pitchFamily="50" charset="-127"/>
            </a:endParaRPr>
          </a:p>
          <a:p>
            <a:pPr>
              <a:buNone/>
            </a:pPr>
            <a:r>
              <a:rPr lang="en-US" altLang="ko-KR" sz="2000" b="1" dirty="0">
                <a:ea typeface="굴림" pitchFamily="50" charset="-127"/>
              </a:rPr>
              <a:t>Example : </a:t>
            </a:r>
            <a:r>
              <a:rPr lang="en-US" sz="2000" dirty="0"/>
              <a:t> Windows NT, QNX, MAC OS</a:t>
            </a:r>
            <a:endParaRPr lang="en-US" altLang="ko-KR" sz="2000" b="1" dirty="0">
              <a:ea typeface="굴림" pitchFamily="50" charset="-127"/>
            </a:endParaRPr>
          </a:p>
        </p:txBody>
      </p:sp>
      <p:pic>
        <p:nvPicPr>
          <p:cNvPr id="3076" name="Picture 4" descr="Microkernel in Operating System - javatpoint">
            <a:extLst>
              <a:ext uri="{FF2B5EF4-FFF2-40B4-BE49-F238E27FC236}">
                <a16:creationId xmlns:a16="http://schemas.microsoft.com/office/drawing/2014/main" id="{CD50D4A6-0589-8239-2D75-429F93CA6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3" y="1472734"/>
            <a:ext cx="5238750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47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2607-4636-62A5-B7C0-F2DA3DA9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3042"/>
            <a:ext cx="10515600" cy="858557"/>
          </a:xfrm>
        </p:spPr>
        <p:txBody>
          <a:bodyPr>
            <a:normAutofit/>
          </a:bodyPr>
          <a:lstStyle/>
          <a:p>
            <a:r>
              <a:rPr lang="en-IN" sz="3600" b="1" dirty="0"/>
              <a:t>History of Linux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D802B-B66A-7248-D06D-DD1104374923}"/>
              </a:ext>
            </a:extLst>
          </p:cNvPr>
          <p:cNvSpPr txBox="1"/>
          <p:nvPr/>
        </p:nvSpPr>
        <p:spPr>
          <a:xfrm>
            <a:off x="407896" y="1340698"/>
            <a:ext cx="109459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9775" indent="-282575">
              <a:lnSpc>
                <a:spcPct val="15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>
                <a:ea typeface="新細明體" pitchFamily="18" charset="-120"/>
              </a:rPr>
              <a:t>In 80’s, </a:t>
            </a:r>
            <a:r>
              <a:rPr lang="en-US" sz="2000" b="1" dirty="0">
                <a:ea typeface="新細明體" pitchFamily="18" charset="-120"/>
              </a:rPr>
              <a:t>Microsoft’s DOS </a:t>
            </a:r>
            <a:r>
              <a:rPr lang="en-US" sz="2000" dirty="0">
                <a:ea typeface="新細明體" pitchFamily="18" charset="-120"/>
              </a:rPr>
              <a:t>was the dominated OS for PC</a:t>
            </a:r>
            <a:endParaRPr lang="en-US" sz="2000" dirty="0"/>
          </a:p>
          <a:p>
            <a:pPr marL="739775" indent="-282575">
              <a:lnSpc>
                <a:spcPct val="15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b="1" dirty="0">
                <a:ea typeface="新細明體" pitchFamily="18" charset="-120"/>
              </a:rPr>
              <a:t>Apple MAC </a:t>
            </a:r>
            <a:r>
              <a:rPr lang="en-US" sz="2000" dirty="0">
                <a:ea typeface="新細明體" pitchFamily="18" charset="-120"/>
              </a:rPr>
              <a:t>was better, but expensive</a:t>
            </a:r>
            <a:endParaRPr lang="en-US" sz="2000" dirty="0"/>
          </a:p>
          <a:p>
            <a:pPr marL="739775" indent="-282575">
              <a:lnSpc>
                <a:spcPct val="15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b="1" dirty="0">
                <a:ea typeface="新細明體" pitchFamily="18" charset="-120"/>
              </a:rPr>
              <a:t>UNIX was much better</a:t>
            </a:r>
            <a:r>
              <a:rPr lang="en-US" sz="2000" dirty="0">
                <a:ea typeface="新細明體" pitchFamily="18" charset="-120"/>
              </a:rPr>
              <a:t>, but much, much more expensive. Only for minicomputer for commercial applications</a:t>
            </a:r>
            <a:endParaRPr lang="en-US" sz="2000" dirty="0"/>
          </a:p>
          <a:p>
            <a:pPr marL="739775" indent="-282575">
              <a:lnSpc>
                <a:spcPct val="15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>
                <a:ea typeface="新細明體" pitchFamily="18" charset="-120"/>
              </a:rPr>
              <a:t>People was looking for a UNIX based system, which is cheaper and can run on PC</a:t>
            </a:r>
            <a:endParaRPr lang="en-US" sz="2000" dirty="0"/>
          </a:p>
          <a:p>
            <a:pPr marL="739775" indent="-282575">
              <a:lnSpc>
                <a:spcPct val="15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>
                <a:ea typeface="新細明體" pitchFamily="18" charset="-120"/>
              </a:rPr>
              <a:t>Both DOS, MAC and UNIX were </a:t>
            </a:r>
            <a:r>
              <a:rPr lang="en-US" sz="2000" dirty="0">
                <a:solidFill>
                  <a:srgbClr val="FF3300"/>
                </a:solidFill>
                <a:ea typeface="新細明體" pitchFamily="18" charset="-120"/>
              </a:rPr>
              <a:t>proprietary</a:t>
            </a:r>
            <a:r>
              <a:rPr lang="en-US" sz="2000" dirty="0">
                <a:ea typeface="新細明體" pitchFamily="18" charset="-120"/>
              </a:rPr>
              <a:t>, i.e., the source code of </a:t>
            </a:r>
            <a:r>
              <a:rPr lang="en-US" sz="2000" dirty="0">
                <a:solidFill>
                  <a:srgbClr val="FF3300"/>
                </a:solidFill>
                <a:ea typeface="新細明體" pitchFamily="18" charset="-120"/>
              </a:rPr>
              <a:t>their kernel is protected</a:t>
            </a:r>
            <a:endParaRPr lang="en-US" sz="2000" dirty="0"/>
          </a:p>
          <a:p>
            <a:pPr marL="739775" indent="-282575">
              <a:lnSpc>
                <a:spcPct val="15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>
                <a:ea typeface="新細明體" pitchFamily="18" charset="-120"/>
              </a:rPr>
              <a:t>No modification is possible without paying high license fees</a:t>
            </a:r>
          </a:p>
          <a:p>
            <a:pPr marL="739775" indent="-282575">
              <a:lnSpc>
                <a:spcPct val="15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Prof. </a:t>
            </a:r>
            <a:r>
              <a:rPr lang="en-US" sz="2000" dirty="0">
                <a:solidFill>
                  <a:srgbClr val="FF0000"/>
                </a:solidFill>
              </a:rPr>
              <a:t>Andrew Tanenbaum's</a:t>
            </a:r>
            <a:r>
              <a:rPr lang="en-US" sz="2000" dirty="0"/>
              <a:t> Personal Computer operating system </a:t>
            </a:r>
            <a:r>
              <a:rPr lang="en-US" sz="2000" dirty="0" err="1">
                <a:solidFill>
                  <a:srgbClr val="FF0000"/>
                </a:solidFill>
              </a:rPr>
              <a:t>Minix</a:t>
            </a:r>
            <a:r>
              <a:rPr lang="en-US" sz="2000" dirty="0"/>
              <a:t> brought the study of operating systems from a theoretical basis to a practical one. </a:t>
            </a:r>
          </a:p>
          <a:p>
            <a:pPr marL="739775" indent="-282575">
              <a:lnSpc>
                <a:spcPct val="15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And finally, </a:t>
            </a:r>
            <a:r>
              <a:rPr lang="en-US" sz="2000" dirty="0">
                <a:solidFill>
                  <a:srgbClr val="FF0000"/>
                </a:solidFill>
              </a:rPr>
              <a:t>Linus Torvald's</a:t>
            </a:r>
            <a:r>
              <a:rPr lang="en-US" sz="2000" dirty="0"/>
              <a:t> endless enthusiasm for perfection gave birth to </a:t>
            </a:r>
            <a:r>
              <a:rPr lang="en-US" sz="2000" dirty="0">
                <a:solidFill>
                  <a:srgbClr val="FF0000"/>
                </a:solidFill>
              </a:rPr>
              <a:t>Linux</a:t>
            </a:r>
            <a:endParaRPr lang="en-US" sz="2000" dirty="0"/>
          </a:p>
          <a:p>
            <a:pPr marL="739775" indent="-282575">
              <a:lnSpc>
                <a:spcPct val="100000"/>
              </a:lnSpc>
              <a:buClr>
                <a:srgbClr val="0000CC"/>
              </a:buClr>
              <a:buFont typeface="Wingdings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077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237734-B6DD-1555-B31D-32D82D4BE3DA}"/>
              </a:ext>
            </a:extLst>
          </p:cNvPr>
          <p:cNvSpPr/>
          <p:nvPr/>
        </p:nvSpPr>
        <p:spPr>
          <a:xfrm>
            <a:off x="1358153" y="457200"/>
            <a:ext cx="9197788" cy="6185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Advantages of Linux</a:t>
            </a: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581AF-19C8-CA99-0267-07A7D834F485}"/>
              </a:ext>
            </a:extLst>
          </p:cNvPr>
          <p:cNvSpPr txBox="1"/>
          <p:nvPr/>
        </p:nvSpPr>
        <p:spPr>
          <a:xfrm>
            <a:off x="1398496" y="1153902"/>
            <a:ext cx="915744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Linux is free and open source</a:t>
            </a:r>
          </a:p>
          <a:p>
            <a:pPr marL="342900" indent="-342900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Linux is Portable to any hardware platform</a:t>
            </a:r>
          </a:p>
          <a:p>
            <a:pPr marL="342900" indent="-342900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Linux was made to keep on running [using as SERVERS]</a:t>
            </a:r>
          </a:p>
          <a:p>
            <a:pPr marL="342900" indent="-342900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Linux is secure and versatile</a:t>
            </a:r>
          </a:p>
          <a:p>
            <a:pPr marL="342900" indent="-342900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Linux is scalable</a:t>
            </a:r>
          </a:p>
          <a:p>
            <a:pPr marL="342900" indent="-342900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Linux OS and few Linux application have very short debug time [GDB,KGDB,KDB]</a:t>
            </a:r>
          </a:p>
          <a:p>
            <a:pPr marL="342900" indent="-342900">
              <a:spcBef>
                <a:spcPct val="20000"/>
              </a:spcBef>
              <a:buClr>
                <a:srgbClr val="0000CC"/>
              </a:buClr>
              <a:buFont typeface="Wingdings" pitchFamily="2" charset="2"/>
              <a:buNone/>
            </a:pPr>
            <a:endParaRPr lang="en-US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AB6A4A-8965-6D4E-B7BE-29C15D8F9C15}"/>
              </a:ext>
            </a:extLst>
          </p:cNvPr>
          <p:cNvSpPr/>
          <p:nvPr/>
        </p:nvSpPr>
        <p:spPr>
          <a:xfrm>
            <a:off x="1483659" y="3688975"/>
            <a:ext cx="9197788" cy="6185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Disadvantages of Linux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A727B-CC7A-6612-AB20-272F7F9E124E}"/>
              </a:ext>
            </a:extLst>
          </p:cNvPr>
          <p:cNvSpPr txBox="1"/>
          <p:nvPr/>
        </p:nvSpPr>
        <p:spPr>
          <a:xfrm>
            <a:off x="1524002" y="4385677"/>
            <a:ext cx="91574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There are far too many distribution of Linux</a:t>
            </a:r>
          </a:p>
          <a:p>
            <a:pPr marL="342900" indent="-342900">
              <a:spcBef>
                <a:spcPct val="20000"/>
              </a:spcBef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000" dirty="0"/>
              <a:t>Linux is not very user friendly &amp; Confusing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22787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09AFEE-D329-FFBD-F5D8-64F962F4F8E7}"/>
              </a:ext>
            </a:extLst>
          </p:cNvPr>
          <p:cNvSpPr txBox="1"/>
          <p:nvPr/>
        </p:nvSpPr>
        <p:spPr>
          <a:xfrm>
            <a:off x="860613" y="1268505"/>
            <a:ext cx="515022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1788" indent="-331788" defTabSz="449263" eaLnBrk="1" hangingPunct="1"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RPM Based</a:t>
            </a:r>
          </a:p>
          <a:p>
            <a:pPr marL="731838" lvl="1" indent="-274638" defTabSz="449263" eaLnBrk="1" hangingPunct="1">
              <a:buClr>
                <a:srgbClr val="0000CC"/>
              </a:buClr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 err="1"/>
              <a:t>Suse</a:t>
            </a:r>
            <a:r>
              <a:rPr lang="en-GB" sz="2000" dirty="0"/>
              <a:t> (Novell )</a:t>
            </a:r>
          </a:p>
          <a:p>
            <a:pPr marL="731838" lvl="1" indent="-274638" defTabSz="449263" eaLnBrk="1" hangingPunct="1">
              <a:buClr>
                <a:srgbClr val="0000CC"/>
              </a:buClr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RedHat ,Fedora (Red Hat incorporated)</a:t>
            </a:r>
          </a:p>
          <a:p>
            <a:pPr marL="731838" lvl="1" indent="-274638" defTabSz="449263" eaLnBrk="1" hangingPunct="1">
              <a:buClr>
                <a:srgbClr val="0000CC"/>
              </a:buClr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Cent OS (community based)</a:t>
            </a:r>
          </a:p>
          <a:p>
            <a:pPr marL="331788" indent="-331788" defTabSz="449263" eaLnBrk="1" hangingPunct="1"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Debian Based</a:t>
            </a:r>
          </a:p>
          <a:p>
            <a:pPr marL="731838" lvl="1" indent="-274638" defTabSz="449263" eaLnBrk="1" hangingPunct="1">
              <a:buClr>
                <a:srgbClr val="0000CC"/>
              </a:buClr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Debian itself (community based)</a:t>
            </a:r>
          </a:p>
          <a:p>
            <a:pPr marL="731838" lvl="1" indent="-274638" defTabSz="449263" eaLnBrk="1" hangingPunct="1">
              <a:buClr>
                <a:srgbClr val="0000CC"/>
              </a:buClr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Ubuntu(conical Ltd)(Case Study)</a:t>
            </a:r>
          </a:p>
          <a:p>
            <a:pPr marL="731838" lvl="1" indent="-274638" defTabSz="449263" eaLnBrk="1" hangingPunct="1">
              <a:buClr>
                <a:srgbClr val="0000CC"/>
              </a:buClr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 err="1"/>
              <a:t>Xandros</a:t>
            </a:r>
            <a:r>
              <a:rPr lang="en-GB" sz="2000" dirty="0"/>
              <a:t> (Xandros.com)</a:t>
            </a:r>
          </a:p>
          <a:p>
            <a:pPr marL="731838" lvl="1" indent="-274638" defTabSz="449263" eaLnBrk="1" hangingPunct="1">
              <a:buClr>
                <a:srgbClr val="0000CC"/>
              </a:buClr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 err="1"/>
              <a:t>Mepis</a:t>
            </a:r>
            <a:r>
              <a:rPr lang="en-GB" sz="2000" dirty="0"/>
              <a:t> (Mepis.com)</a:t>
            </a:r>
          </a:p>
          <a:p>
            <a:pPr marL="331788" indent="-331788" defTabSz="449263" eaLnBrk="1" hangingPunct="1"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Source Based</a:t>
            </a:r>
          </a:p>
          <a:p>
            <a:pPr marL="731838" lvl="1" indent="-274638" defTabSz="449263" eaLnBrk="1" hangingPunct="1">
              <a:buClr>
                <a:srgbClr val="0000CC"/>
              </a:buClr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Slackware (community based)</a:t>
            </a:r>
          </a:p>
        </p:txBody>
      </p:sp>
      <p:pic>
        <p:nvPicPr>
          <p:cNvPr id="7" name="Content Placeholder 3" descr="http://lmelinux.net/wp-content/uploads/sites/2/2014/07/linux_distros_2013.jpg">
            <a:extLst>
              <a:ext uri="{FF2B5EF4-FFF2-40B4-BE49-F238E27FC236}">
                <a16:creationId xmlns:a16="http://schemas.microsoft.com/office/drawing/2014/main" id="{E8DEBE5B-172C-B5A9-A68A-C24983D3FC0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742" y="1402976"/>
            <a:ext cx="5329518" cy="31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A72E2F8-3E6F-CBE8-3C48-FB25FA83C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951840"/>
              </p:ext>
            </p:extLst>
          </p:nvPr>
        </p:nvGraphicFramePr>
        <p:xfrm>
          <a:off x="874058" y="719666"/>
          <a:ext cx="1074420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2101">
                  <a:extLst>
                    <a:ext uri="{9D8B030D-6E8A-4147-A177-3AD203B41FA5}">
                      <a16:colId xmlns:a16="http://schemas.microsoft.com/office/drawing/2014/main" val="3284608517"/>
                    </a:ext>
                  </a:extLst>
                </a:gridCol>
                <a:gridCol w="5372101">
                  <a:extLst>
                    <a:ext uri="{9D8B030D-6E8A-4147-A177-3AD203B41FA5}">
                      <a16:colId xmlns:a16="http://schemas.microsoft.com/office/drawing/2014/main" val="371359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Flavors of Linux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Distro’s of Linux kernel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693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09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032136-F57D-6A86-3FF1-C75181398FFD}"/>
              </a:ext>
            </a:extLst>
          </p:cNvPr>
          <p:cNvSpPr/>
          <p:nvPr/>
        </p:nvSpPr>
        <p:spPr>
          <a:xfrm>
            <a:off x="1102659" y="443753"/>
            <a:ext cx="9816353" cy="470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Flavors of Linux (Similarities)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20AEA-35B1-7405-8CAE-9ED8B2A3B174}"/>
              </a:ext>
            </a:extLst>
          </p:cNvPr>
          <p:cNvSpPr txBox="1"/>
          <p:nvPr/>
        </p:nvSpPr>
        <p:spPr>
          <a:xfrm>
            <a:off x="1102659" y="1032319"/>
            <a:ext cx="67268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1788" indent="-331788" defTabSz="449263" eaLnBrk="1" hangingPunct="1"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Kernel</a:t>
            </a:r>
          </a:p>
          <a:p>
            <a:pPr marL="331788" indent="-331788" defTabSz="449263" eaLnBrk="1" hangingPunct="1"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Similar libraries (development libraries)</a:t>
            </a:r>
          </a:p>
          <a:p>
            <a:pPr marL="331788" indent="-331788" defTabSz="449263" eaLnBrk="1" hangingPunct="1"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Basic utilities(e.g. text </a:t>
            </a:r>
            <a:r>
              <a:rPr lang="en-GB" sz="2000" dirty="0" err="1"/>
              <a:t>editors,shells,network</a:t>
            </a:r>
            <a:r>
              <a:rPr lang="en-GB" sz="2000" dirty="0"/>
              <a:t>)</a:t>
            </a:r>
          </a:p>
          <a:p>
            <a:pPr marL="331788" indent="-331788" defTabSz="449263" eaLnBrk="1" hangingPunct="1"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Daemons (e.g. </a:t>
            </a:r>
            <a:r>
              <a:rPr lang="en-GB" sz="2000" dirty="0" err="1"/>
              <a:t>printer,http,ftp,ssh</a:t>
            </a:r>
            <a:r>
              <a:rPr lang="en-GB" sz="2000" dirty="0"/>
              <a:t> </a:t>
            </a:r>
            <a:r>
              <a:rPr lang="en-GB" sz="2000" dirty="0" err="1"/>
              <a:t>e.t.c</a:t>
            </a:r>
            <a:r>
              <a:rPr lang="en-GB" sz="2000" dirty="0"/>
              <a:t>)</a:t>
            </a:r>
          </a:p>
          <a:p>
            <a:pPr marL="331788" indent="-331788" defTabSz="449263" eaLnBrk="1" hangingPunct="1"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Drivers (e.g. </a:t>
            </a:r>
            <a:r>
              <a:rPr lang="en-GB" sz="2000" dirty="0" err="1"/>
              <a:t>ntfs,hardware</a:t>
            </a:r>
            <a:r>
              <a:rPr lang="en-GB" sz="2000" dirty="0"/>
              <a:t> </a:t>
            </a:r>
            <a:r>
              <a:rPr lang="en-GB" sz="2000" dirty="0" err="1"/>
              <a:t>e.t.c</a:t>
            </a:r>
            <a:r>
              <a:rPr lang="en-GB" sz="2000" dirty="0"/>
              <a:t>)</a:t>
            </a:r>
          </a:p>
          <a:p>
            <a:pPr marL="331788" indent="-331788" defTabSz="449263" eaLnBrk="1" hangingPunct="1"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Modules (</a:t>
            </a:r>
            <a:r>
              <a:rPr lang="en-GB" sz="2000" dirty="0" err="1"/>
              <a:t>e.g</a:t>
            </a:r>
            <a:r>
              <a:rPr lang="en-GB" sz="2000" dirty="0"/>
              <a:t> network cards modules)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16CA1C-A02B-403D-9254-B4B3E1AEA287}"/>
              </a:ext>
            </a:extLst>
          </p:cNvPr>
          <p:cNvSpPr/>
          <p:nvPr/>
        </p:nvSpPr>
        <p:spPr>
          <a:xfrm>
            <a:off x="1080248" y="3406586"/>
            <a:ext cx="9816353" cy="470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Flavors of Linux (Differences)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AE4703-6A60-B108-7985-F733CC90EFDC}"/>
              </a:ext>
            </a:extLst>
          </p:cNvPr>
          <p:cNvSpPr txBox="1"/>
          <p:nvPr/>
        </p:nvSpPr>
        <p:spPr>
          <a:xfrm>
            <a:off x="1110506" y="3931021"/>
            <a:ext cx="97860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1788" indent="-331788" defTabSz="449263"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Installation procedures (System installers)</a:t>
            </a:r>
          </a:p>
          <a:p>
            <a:pPr marL="331788" indent="-331788" defTabSz="449263"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Desktop Environments (</a:t>
            </a:r>
            <a:r>
              <a:rPr lang="en-GB" sz="2000" dirty="0" err="1"/>
              <a:t>KDE,Gnome</a:t>
            </a:r>
            <a:r>
              <a:rPr lang="en-GB" sz="2000" dirty="0"/>
              <a:t> </a:t>
            </a:r>
            <a:r>
              <a:rPr lang="en-GB" sz="2000" dirty="0" err="1"/>
              <a:t>e.t.c</a:t>
            </a:r>
            <a:r>
              <a:rPr lang="en-GB" sz="2000" dirty="0"/>
              <a:t>)</a:t>
            </a:r>
          </a:p>
          <a:p>
            <a:pPr marL="331788" indent="-331788" defTabSz="449263"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Bundled Applications (Multimedia applications </a:t>
            </a:r>
            <a:r>
              <a:rPr lang="en-GB" sz="2000" dirty="0" err="1"/>
              <a:t>e.t.c</a:t>
            </a:r>
            <a:r>
              <a:rPr lang="en-GB" sz="2000" dirty="0"/>
              <a:t>)</a:t>
            </a:r>
          </a:p>
          <a:p>
            <a:pPr marL="331788" indent="-331788" defTabSz="449263"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Bundled Libraries</a:t>
            </a:r>
          </a:p>
          <a:p>
            <a:pPr marL="331788" indent="-331788" defTabSz="449263"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System Configurations(e.g. Web </a:t>
            </a:r>
            <a:r>
              <a:rPr lang="en-GB" sz="2000" dirty="0" err="1"/>
              <a:t>server,Media</a:t>
            </a:r>
            <a:r>
              <a:rPr lang="en-GB" sz="2000" dirty="0"/>
              <a:t> </a:t>
            </a:r>
            <a:r>
              <a:rPr lang="en-GB" sz="2000" dirty="0" err="1"/>
              <a:t>server,workstation</a:t>
            </a:r>
            <a:r>
              <a:rPr lang="en-GB" sz="2000" dirty="0"/>
              <a:t>)</a:t>
            </a:r>
          </a:p>
          <a:p>
            <a:pPr marL="331788" indent="-331788" defTabSz="449263"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Hardware support out-of-the-box</a:t>
            </a:r>
          </a:p>
          <a:p>
            <a:pPr marL="331788" indent="-331788" defTabSz="449263" eaLnBrk="1" hangingPunct="1"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Ø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2000" dirty="0"/>
              <a:t>Package Managers (</a:t>
            </a:r>
            <a:r>
              <a:rPr lang="en-GB" sz="2000" dirty="0" err="1"/>
              <a:t>Adept,Synaptic,Yum,Yast</a:t>
            </a:r>
            <a:r>
              <a:rPr lang="en-GB" sz="2000" dirty="0"/>
              <a:t> .</a:t>
            </a:r>
            <a:r>
              <a:rPr lang="en-GB" sz="2000" dirty="0" err="1"/>
              <a:t>e.t.c</a:t>
            </a:r>
            <a:r>
              <a:rPr lang="en-GB" sz="2000" dirty="0"/>
              <a:t>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8653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41D28E-5B26-ED13-8E50-E30B98AA0479}"/>
              </a:ext>
            </a:extLst>
          </p:cNvPr>
          <p:cNvSpPr/>
          <p:nvPr/>
        </p:nvSpPr>
        <p:spPr>
          <a:xfrm>
            <a:off x="1035424" y="470647"/>
            <a:ext cx="10071847" cy="6185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/>
              <a:t>Why Linux?</a:t>
            </a:r>
            <a:endParaRPr lang="en-US" sz="5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BB4ED3-3533-E6CB-F499-9BDE0EEBA8E3}"/>
              </a:ext>
            </a:extLst>
          </p:cNvPr>
          <p:cNvSpPr/>
          <p:nvPr/>
        </p:nvSpPr>
        <p:spPr>
          <a:xfrm>
            <a:off x="3305740" y="1143001"/>
            <a:ext cx="7767918" cy="105783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eaLnBrk="1" hangingPunct="1">
              <a:buClr>
                <a:srgbClr val="0000CC"/>
              </a:buClr>
              <a:buNone/>
            </a:pPr>
            <a:r>
              <a:rPr lang="en-US" sz="1800" b="1" u="sng"/>
              <a:t>Configurability</a:t>
            </a:r>
          </a:p>
          <a:p>
            <a:pPr marL="0" indent="0">
              <a:buClr>
                <a:srgbClr val="0000CC"/>
              </a:buClr>
              <a:buNone/>
            </a:pPr>
            <a:r>
              <a:rPr lang="en-US" sz="1800"/>
              <a:t>The source code, to be modified as fit for our requirement. </a:t>
            </a:r>
            <a:endParaRPr lang="en-US" sz="18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51A373-419D-5BA8-06D1-989BA44F39E8}"/>
              </a:ext>
            </a:extLst>
          </p:cNvPr>
          <p:cNvSpPr/>
          <p:nvPr/>
        </p:nvSpPr>
        <p:spPr>
          <a:xfrm>
            <a:off x="3307981" y="2290481"/>
            <a:ext cx="7767918" cy="105783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eaLnBrk="1" hangingPunct="1">
              <a:buClr>
                <a:srgbClr val="0000CC"/>
              </a:buClr>
              <a:buNone/>
            </a:pPr>
            <a:r>
              <a:rPr lang="en-US" sz="1800" b="1" u="sng" dirty="0"/>
              <a:t>Convenience </a:t>
            </a:r>
          </a:p>
          <a:p>
            <a:pPr marL="0" indent="0">
              <a:buClr>
                <a:srgbClr val="0000CC"/>
              </a:buClr>
              <a:buNone/>
            </a:pPr>
            <a:r>
              <a:rPr lang="en-US" sz="1800" dirty="0"/>
              <a:t>While Linux takes some effort to set up, once it is set up, it is surprisingly low-maintenance. </a:t>
            </a:r>
            <a:r>
              <a:rPr lang="en-US" sz="1800" b="1" dirty="0"/>
              <a:t>Package management</a:t>
            </a:r>
            <a:endParaRPr lang="en-US" sz="1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639FF3-1B69-BCA1-ACB8-0FAF8A1473EA}"/>
              </a:ext>
            </a:extLst>
          </p:cNvPr>
          <p:cNvSpPr/>
          <p:nvPr/>
        </p:nvSpPr>
        <p:spPr>
          <a:xfrm>
            <a:off x="3299012" y="3446918"/>
            <a:ext cx="7767918" cy="105783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eaLnBrk="1" hangingPunct="1">
              <a:buClr>
                <a:srgbClr val="0000CC"/>
              </a:buClr>
              <a:buNone/>
            </a:pPr>
            <a:r>
              <a:rPr lang="en-US" sz="1800" b="1" u="sng" dirty="0"/>
              <a:t>Stability </a:t>
            </a:r>
          </a:p>
          <a:p>
            <a:pPr marL="0" indent="0">
              <a:buClr>
                <a:srgbClr val="0000CC"/>
              </a:buClr>
              <a:buNone/>
            </a:pPr>
            <a:r>
              <a:rPr lang="en-US" sz="1800" dirty="0"/>
              <a:t>Linux is based on the UNIX kernel. It provides preemptive multitasking and protected memory.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308C987-BE04-7AD7-1890-A27FE02E84FE}"/>
              </a:ext>
            </a:extLst>
          </p:cNvPr>
          <p:cNvSpPr/>
          <p:nvPr/>
        </p:nvSpPr>
        <p:spPr>
          <a:xfrm>
            <a:off x="3312464" y="4585438"/>
            <a:ext cx="7767913" cy="116990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eaLnBrk="1" hangingPunct="1">
              <a:buClr>
                <a:srgbClr val="0000CC"/>
              </a:buClr>
              <a:buNone/>
            </a:pPr>
            <a:r>
              <a:rPr lang="en-US" sz="1800" b="1" u="sng" dirty="0"/>
              <a:t>Community </a:t>
            </a:r>
          </a:p>
          <a:p>
            <a:pPr marL="0" indent="0">
              <a:buClr>
                <a:srgbClr val="0000CC"/>
              </a:buClr>
              <a:buNone/>
            </a:pPr>
            <a:r>
              <a:rPr lang="en-US" sz="1800" dirty="0"/>
              <a:t>Linux is part of the greater open-source community. This consists of thousands of developers and many more users world-wide who support open software. </a:t>
            </a:r>
          </a:p>
          <a:p>
            <a:pPr marL="0" indent="0">
              <a:buClr>
                <a:srgbClr val="0000CC"/>
              </a:buClr>
              <a:buNone/>
            </a:pPr>
            <a:r>
              <a:rPr lang="en-US" dirty="0"/>
              <a:t>The</a:t>
            </a:r>
            <a:r>
              <a:rPr lang="en-US" sz="1800" dirty="0"/>
              <a:t> user and developer base is also a support base.</a:t>
            </a:r>
            <a:endParaRPr lang="en-US" sz="1200" b="1" u="sng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E37FEC-EBBA-C71A-C93A-94029340D2D3}"/>
              </a:ext>
            </a:extLst>
          </p:cNvPr>
          <p:cNvSpPr/>
          <p:nvPr/>
        </p:nvSpPr>
        <p:spPr>
          <a:xfrm>
            <a:off x="3310783" y="5818093"/>
            <a:ext cx="7767918" cy="87854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eaLnBrk="1" hangingPunct="1">
              <a:buClr>
                <a:srgbClr val="0000CC"/>
              </a:buClr>
              <a:buNone/>
            </a:pPr>
            <a:r>
              <a:rPr lang="en-US" sz="1800" b="1" u="sng" dirty="0"/>
              <a:t>Freedom</a:t>
            </a:r>
          </a:p>
          <a:p>
            <a:pPr marL="0" indent="0">
              <a:buClr>
                <a:srgbClr val="0000CC"/>
              </a:buClr>
              <a:buNone/>
            </a:pPr>
            <a:r>
              <a:rPr lang="en-US" sz="1800" dirty="0"/>
              <a:t>Linux is free.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CA1634-5B67-5F2E-5C13-06B4B4F31D75}"/>
              </a:ext>
            </a:extLst>
          </p:cNvPr>
          <p:cNvCxnSpPr>
            <a:cxnSpLocks/>
          </p:cNvCxnSpPr>
          <p:nvPr/>
        </p:nvCxnSpPr>
        <p:spPr>
          <a:xfrm>
            <a:off x="1833283" y="1089212"/>
            <a:ext cx="0" cy="5178238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589F19-6207-4CDF-F7C5-6B72C75233F7}"/>
              </a:ext>
            </a:extLst>
          </p:cNvPr>
          <p:cNvCxnSpPr/>
          <p:nvPr/>
        </p:nvCxnSpPr>
        <p:spPr>
          <a:xfrm>
            <a:off x="1815353" y="1721224"/>
            <a:ext cx="14926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848A08-7647-65F4-5840-17F4F72D6568}"/>
              </a:ext>
            </a:extLst>
          </p:cNvPr>
          <p:cNvCxnSpPr/>
          <p:nvPr/>
        </p:nvCxnSpPr>
        <p:spPr>
          <a:xfrm>
            <a:off x="1833283" y="2828361"/>
            <a:ext cx="14926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565440-1DF7-2AF3-A0E2-E92F5D85B44B}"/>
              </a:ext>
            </a:extLst>
          </p:cNvPr>
          <p:cNvCxnSpPr/>
          <p:nvPr/>
        </p:nvCxnSpPr>
        <p:spPr>
          <a:xfrm>
            <a:off x="1833283" y="3975837"/>
            <a:ext cx="14926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C77A99-472A-C478-1C08-065DB8ED8F9A}"/>
              </a:ext>
            </a:extLst>
          </p:cNvPr>
          <p:cNvCxnSpPr/>
          <p:nvPr/>
        </p:nvCxnSpPr>
        <p:spPr>
          <a:xfrm>
            <a:off x="1815355" y="5136764"/>
            <a:ext cx="14926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E9F282-ECC1-7E38-FA0B-3D04A756EEB8}"/>
              </a:ext>
            </a:extLst>
          </p:cNvPr>
          <p:cNvCxnSpPr/>
          <p:nvPr/>
        </p:nvCxnSpPr>
        <p:spPr>
          <a:xfrm>
            <a:off x="1819838" y="6252866"/>
            <a:ext cx="14926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21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B38B241-2B7D-0869-2BE7-FB42A3D2D8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9458975"/>
              </p:ext>
            </p:extLst>
          </p:nvPr>
        </p:nvGraphicFramePr>
        <p:xfrm>
          <a:off x="1574801" y="289363"/>
          <a:ext cx="9075271" cy="5627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407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7">
            <a:extLst>
              <a:ext uri="{FF2B5EF4-FFF2-40B4-BE49-F238E27FC236}">
                <a16:creationId xmlns:a16="http://schemas.microsoft.com/office/drawing/2014/main" id="{5C573C79-E73A-19B9-CB9E-9E48694D2056}"/>
              </a:ext>
            </a:extLst>
          </p:cNvPr>
          <p:cNvGrpSpPr>
            <a:grpSpLocks/>
          </p:cNvGrpSpPr>
          <p:nvPr/>
        </p:nvGrpSpPr>
        <p:grpSpPr bwMode="auto">
          <a:xfrm>
            <a:off x="1963265" y="1456763"/>
            <a:ext cx="8382000" cy="5029200"/>
            <a:chOff x="684" y="1200"/>
            <a:chExt cx="4836" cy="2727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CBDCE18-5C53-E9DB-B584-5989A681C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706"/>
              <a:ext cx="3906" cy="221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FC53336A-7FE3-7174-8BB4-270301C83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370"/>
              <a:ext cx="3906" cy="221"/>
            </a:xfrm>
            <a:prstGeom prst="rect">
              <a:avLst/>
            </a:prstGeom>
            <a:solidFill>
              <a:srgbClr val="F9F415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DE993704-93D6-ED39-6A42-F977366D7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018"/>
              <a:ext cx="1515" cy="253"/>
            </a:xfrm>
            <a:prstGeom prst="rect">
              <a:avLst/>
            </a:prstGeom>
            <a:solidFill>
              <a:srgbClr val="ABEE02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6EF6E2E4-E772-9F66-0681-3FCAA4371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317"/>
              <a:ext cx="1515" cy="527"/>
            </a:xfrm>
            <a:prstGeom prst="rect">
              <a:avLst/>
            </a:prstGeom>
            <a:solidFill>
              <a:srgbClr val="F6BD3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50D264F8-254C-D1CA-62EB-144BFBBF1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0" y="2612"/>
              <a:ext cx="876" cy="17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C721697D-96FF-C1C2-2B0E-F600B2FA9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5" y="2311"/>
              <a:ext cx="1592" cy="925"/>
            </a:xfrm>
            <a:prstGeom prst="rect">
              <a:avLst/>
            </a:prstGeom>
            <a:solidFill>
              <a:srgbClr val="FDC0E5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E0D903AF-C66C-35EA-DF4B-58ACC4AAF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1970"/>
              <a:ext cx="3906" cy="253"/>
            </a:xfrm>
            <a:prstGeom prst="rect">
              <a:avLst/>
            </a:prstGeom>
            <a:solidFill>
              <a:srgbClr val="C5D3FF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1F5644E5-BBBC-8AE9-7AB6-46A1D1469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1629"/>
              <a:ext cx="3530" cy="17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45C881A8-6D92-D9CC-E859-411F828E6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6" y="3736"/>
              <a:ext cx="513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Hardware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4B9241B9-394F-A69F-7B20-5096DC32B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7" y="3410"/>
              <a:ext cx="1905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Hardware Control (Interrupts handling, etc)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53749EFF-36BA-435D-3DDE-CB05B18DC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5" y="2374"/>
              <a:ext cx="1180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File System Management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B1C634D8-FCB5-2095-73B9-7CC013140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2" y="2597"/>
              <a:ext cx="768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Buffer Cache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E0650B4C-C153-2E54-87B8-A8184DE21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2" y="3050"/>
              <a:ext cx="720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Device Drivers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D9D60E43-84DD-2535-DCE4-38D440C1C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9" y="2624"/>
              <a:ext cx="444" cy="28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Process</a:t>
              </a:r>
            </a:p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Mgt. </a:t>
              </a:r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B27549B9-129F-AA6A-7656-5A423F39F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" y="2343"/>
              <a:ext cx="806" cy="253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A507839C-70CF-44CB-D9DF-11EA03B9A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" y="2643"/>
              <a:ext cx="807" cy="253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B7FA518E-4ECF-D48E-E900-623282FFE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2940"/>
              <a:ext cx="806" cy="253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prstDash val="sysDot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D35CF5CD-D9CA-8252-241F-881B24D82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4" y="2408"/>
              <a:ext cx="258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IPC</a:t>
              </a: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6E50804C-50F8-15DB-EA1F-6FD92E6AA1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681"/>
              <a:ext cx="571" cy="16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Scheduling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5968A489-9281-7828-D6AB-56D082B64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5" y="2978"/>
              <a:ext cx="767" cy="16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Memory Mgt.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324CF9A2-EBF6-1163-5393-9C4AAB658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" y="2020"/>
              <a:ext cx="1032" cy="16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System Call Interface </a:t>
              </a: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FB9E881F-BAB2-BCC4-03F4-FA42C61F5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0" y="1611"/>
              <a:ext cx="491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Libraries </a:t>
              </a:r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DD5D8EE1-3155-EAF4-D91D-0C1068FAB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9" y="1887"/>
              <a:ext cx="450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365C01B3-872A-8799-B81F-63B7848B5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8" y="3655"/>
              <a:ext cx="4502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B5809673-3AC1-9B75-5FB0-88A7DC987D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9" y="2774"/>
              <a:ext cx="0" cy="2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07F265A7-94EC-1074-C7DD-A98D3C1E48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7" y="3133"/>
              <a:ext cx="0" cy="2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47EBE0B7-71BE-4945-9B1E-B90C56FE7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8" y="3212"/>
              <a:ext cx="0" cy="2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759CDC40-6E2A-D8A9-CF51-C01104399F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5" y="2124"/>
              <a:ext cx="0" cy="2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381DD0F5-FC24-0301-7C0B-39BE39CE4A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7" y="2474"/>
              <a:ext cx="96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0CF664A4-E31A-A11A-6F50-A7DEE0149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95" y="2159"/>
              <a:ext cx="0" cy="2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B983C008-B6D1-5F41-CF36-04C59B687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3" y="1428"/>
              <a:ext cx="0" cy="557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ysDot"/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9378360B-D2DE-8A55-2A40-FAE753AC1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1" y="1815"/>
              <a:ext cx="1" cy="2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37">
              <a:extLst>
                <a:ext uri="{FF2B5EF4-FFF2-40B4-BE49-F238E27FC236}">
                  <a16:creationId xmlns:a16="http://schemas.microsoft.com/office/drawing/2014/main" id="{29498627-609B-00B7-5D70-9E57B75E4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9" y="1217"/>
              <a:ext cx="767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User Programs </a:t>
              </a:r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B29F5685-ED06-60E5-F8FF-CC8A6041E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1414"/>
              <a:ext cx="0" cy="2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31FCE0E1-B9EC-BE2F-54D7-72DC3C4AD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7" y="1258"/>
              <a:ext cx="767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User Programs </a:t>
              </a:r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515FDFB8-89A1-6BCB-F21A-6D0A9D2C6C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7" y="1491"/>
              <a:ext cx="100" cy="36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F211E777-9ADE-884D-23F1-CA90FA18B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0" y="1573"/>
              <a:ext cx="772" cy="345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Text Box 42">
              <a:extLst>
                <a:ext uri="{FF2B5EF4-FFF2-40B4-BE49-F238E27FC236}">
                  <a16:creationId xmlns:a16="http://schemas.microsoft.com/office/drawing/2014/main" id="{01ED4F1D-EAA3-7CE7-29DB-0EE500FA5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6" y="1389"/>
              <a:ext cx="321" cy="16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>
                  <a:latin typeface="Arial" charset="0"/>
                  <a:ea typeface="돋움" pitchFamily="50" charset="-127"/>
                </a:rPr>
                <a:t>Trap </a:t>
              </a:r>
            </a:p>
          </p:txBody>
        </p:sp>
        <p:sp>
          <p:nvSpPr>
            <p:cNvPr id="43" name="Text Box 43">
              <a:extLst>
                <a:ext uri="{FF2B5EF4-FFF2-40B4-BE49-F238E27FC236}">
                  <a16:creationId xmlns:a16="http://schemas.microsoft.com/office/drawing/2014/main" id="{14E56E12-CA32-B0C0-0905-D59F8E973A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" y="1536"/>
              <a:ext cx="550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 i="1">
                  <a:latin typeface="Arial" charset="0"/>
                  <a:ea typeface="돋움" pitchFamily="50" charset="-127"/>
                </a:rPr>
                <a:t>User  level</a:t>
              </a:r>
            </a:p>
          </p:txBody>
        </p:sp>
        <p:sp>
          <p:nvSpPr>
            <p:cNvPr id="44" name="Text Box 44">
              <a:extLst>
                <a:ext uri="{FF2B5EF4-FFF2-40B4-BE49-F238E27FC236}">
                  <a16:creationId xmlns:a16="http://schemas.microsoft.com/office/drawing/2014/main" id="{8256E45B-8CBF-B2A7-B0BF-974A2A84A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" y="1904"/>
              <a:ext cx="597" cy="1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ko-KR" sz="1400" i="1">
                  <a:latin typeface="Arial" charset="0"/>
                  <a:ea typeface="돋움" pitchFamily="50" charset="-127"/>
                </a:rPr>
                <a:t>Kernel level</a:t>
              </a:r>
            </a:p>
          </p:txBody>
        </p:sp>
        <p:sp>
          <p:nvSpPr>
            <p:cNvPr id="45" name="Oval 45">
              <a:extLst>
                <a:ext uri="{FF2B5EF4-FFF2-40B4-BE49-F238E27FC236}">
                  <a16:creationId xmlns:a16="http://schemas.microsoft.com/office/drawing/2014/main" id="{68F1BD96-95D4-703D-E74D-34FA151FC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" y="1200"/>
              <a:ext cx="1046" cy="20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46">
              <a:extLst>
                <a:ext uri="{FF2B5EF4-FFF2-40B4-BE49-F238E27FC236}">
                  <a16:creationId xmlns:a16="http://schemas.microsoft.com/office/drawing/2014/main" id="{790BFD42-BB35-6A4B-A44F-253E362A5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5" y="1242"/>
              <a:ext cx="1046" cy="20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EC67898-55EE-625A-6944-53E487252EEA}"/>
              </a:ext>
            </a:extLst>
          </p:cNvPr>
          <p:cNvSpPr/>
          <p:nvPr/>
        </p:nvSpPr>
        <p:spPr>
          <a:xfrm>
            <a:off x="1653990" y="510988"/>
            <a:ext cx="8955740" cy="6185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Linux Kernel Architecture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42591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3A13234-4F26-B99E-0325-69DA041D6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549915"/>
              </p:ext>
            </p:extLst>
          </p:nvPr>
        </p:nvGraphicFramePr>
        <p:xfrm>
          <a:off x="1428749" y="809625"/>
          <a:ext cx="9334500" cy="5043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0">
                  <a:extLst>
                    <a:ext uri="{9D8B030D-6E8A-4147-A177-3AD203B41FA5}">
                      <a16:colId xmlns:a16="http://schemas.microsoft.com/office/drawing/2014/main" val="2079203016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1617631155"/>
                    </a:ext>
                  </a:extLst>
                </a:gridCol>
              </a:tblGrid>
              <a:tr h="677366">
                <a:tc>
                  <a:txBody>
                    <a:bodyPr/>
                    <a:lstStyle/>
                    <a:p>
                      <a:pPr algn="ctr" fontAlgn="t"/>
                      <a:r>
                        <a:rPr lang="en-US" sz="3200" b="1" dirty="0">
                          <a:effectLst/>
                          <a:latin typeface="var(--font-family-body-lesson-markdown,&quot;Droid Serif&quot;)"/>
                        </a:rPr>
                        <a:t>Kernel Space</a:t>
                      </a:r>
                      <a:endParaRPr lang="en-US" sz="3200" dirty="0">
                        <a:effectLst/>
                        <a:latin typeface="var(--font-family-body-lesson-markdown,&quot;Droid Serif&quot;)"/>
                      </a:endParaRPr>
                    </a:p>
                  </a:txBody>
                  <a:tcPr marL="90801" marR="90801" marT="45401" marB="454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200" b="1" dirty="0">
                          <a:effectLst/>
                          <a:latin typeface="var(--font-family-body-lesson-markdown,&quot;Droid Serif&quot;)"/>
                        </a:rPr>
                        <a:t>User Space</a:t>
                      </a:r>
                      <a:endParaRPr lang="en-US" sz="3200" dirty="0">
                        <a:effectLst/>
                        <a:latin typeface="var(--font-family-body-lesson-markdown,&quot;Droid Serif&quot;)"/>
                      </a:endParaRPr>
                    </a:p>
                  </a:txBody>
                  <a:tcPr marL="90801" marR="90801" marT="45401" marB="454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981197"/>
                  </a:ext>
                </a:extLst>
              </a:tr>
              <a:tr h="930870">
                <a:tc>
                  <a:txBody>
                    <a:bodyPr/>
                    <a:lstStyle/>
                    <a:p>
                      <a:pPr algn="l" fontAlgn="t"/>
                      <a:endParaRPr lang="en-IN" sz="1800">
                        <a:effectLst/>
                      </a:endParaRPr>
                    </a:p>
                    <a:p>
                      <a:pPr algn="l" fontAlgn="t"/>
                      <a:r>
                        <a:rPr lang="en-IN" sz="1800">
                          <a:effectLst/>
                          <a:latin typeface="var(--font-family-body-lesson-markdown,&quot;Droid Serif&quot;)"/>
                        </a:rPr>
                        <a:t>Kernels and OS core execute here.</a:t>
                      </a:r>
                    </a:p>
                  </a:txBody>
                  <a:tcPr marL="90801" marR="90801" marT="45401" marB="454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>
                        <a:effectLst/>
                      </a:endParaRPr>
                    </a:p>
                    <a:p>
                      <a:pPr algn="l" fontAlgn="t"/>
                      <a:r>
                        <a:rPr lang="en-IN" sz="1800">
                          <a:effectLst/>
                          <a:latin typeface="var(--font-family-body-lesson-markdown,&quot;Droid Serif&quot;)"/>
                        </a:rPr>
                        <a:t>Normal program and applications softwares run here.</a:t>
                      </a:r>
                    </a:p>
                  </a:txBody>
                  <a:tcPr marL="90801" marR="90801" marT="45401" marB="454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594075"/>
                  </a:ext>
                </a:extLst>
              </a:tr>
              <a:tr h="905981">
                <a:tc>
                  <a:txBody>
                    <a:bodyPr/>
                    <a:lstStyle/>
                    <a:p>
                      <a:pPr algn="l" fontAlgn="t"/>
                      <a:endParaRPr lang="en-IN" sz="1800" dirty="0">
                        <a:effectLst/>
                      </a:endParaRPr>
                    </a:p>
                    <a:p>
                      <a:pPr algn="l" fontAlgn="t"/>
                      <a:r>
                        <a:rPr lang="en-IN" sz="1800" dirty="0">
                          <a:effectLst/>
                          <a:latin typeface="var(--font-family-body-lesson-markdown,&quot;Droid Serif&quot;)"/>
                        </a:rPr>
                        <a:t>Its the core space of OS.</a:t>
                      </a:r>
                    </a:p>
                  </a:txBody>
                  <a:tcPr marL="90801" marR="90801" marT="45401" marB="454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>
                        <a:effectLst/>
                      </a:endParaRPr>
                    </a:p>
                    <a:p>
                      <a:pPr algn="l" fontAlgn="t"/>
                      <a:r>
                        <a:rPr lang="en-IN" sz="1800">
                          <a:effectLst/>
                          <a:latin typeface="var(--font-family-body-lesson-markdown,&quot;Droid Serif&quot;)"/>
                        </a:rPr>
                        <a:t>It's a form of sand-boxing that restricts user processes to access OS kernel.</a:t>
                      </a:r>
                    </a:p>
                  </a:txBody>
                  <a:tcPr marL="90801" marR="90801" marT="45401" marB="454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316110"/>
                  </a:ext>
                </a:extLst>
              </a:tr>
              <a:tr h="1059156">
                <a:tc>
                  <a:txBody>
                    <a:bodyPr/>
                    <a:lstStyle/>
                    <a:p>
                      <a:pPr algn="l" fontAlgn="t"/>
                      <a:endParaRPr lang="en-IN" sz="1800">
                        <a:effectLst/>
                      </a:endParaRPr>
                    </a:p>
                    <a:p>
                      <a:pPr algn="l" fontAlgn="t"/>
                      <a:r>
                        <a:rPr lang="en-IN" sz="1800">
                          <a:effectLst/>
                          <a:latin typeface="var(--font-family-body-lesson-markdown,&quot;Droid Serif&quot;)"/>
                        </a:rPr>
                        <a:t>It has full access to all memory and machine hardware.</a:t>
                      </a:r>
                    </a:p>
                  </a:txBody>
                  <a:tcPr marL="90801" marR="90801" marT="45401" marB="454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>
                        <a:effectLst/>
                      </a:endParaRPr>
                    </a:p>
                    <a:p>
                      <a:pPr algn="l" fontAlgn="t"/>
                      <a:r>
                        <a:rPr lang="en-IN" sz="1800">
                          <a:effectLst/>
                          <a:latin typeface="var(--font-family-body-lesson-markdown,&quot;Droid Serif&quot;)"/>
                        </a:rPr>
                        <a:t>It has limited access to memory and access kernel through system calls only.</a:t>
                      </a:r>
                    </a:p>
                  </a:txBody>
                  <a:tcPr marL="90801" marR="90801" marT="45401" marB="454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4326329"/>
                  </a:ext>
                </a:extLst>
              </a:tr>
              <a:tr h="1450191">
                <a:tc>
                  <a:txBody>
                    <a:bodyPr/>
                    <a:lstStyle/>
                    <a:p>
                      <a:pPr algn="l" fontAlgn="t"/>
                      <a:endParaRPr lang="en-IN" sz="1800" dirty="0">
                        <a:effectLst/>
                      </a:endParaRPr>
                    </a:p>
                    <a:p>
                      <a:pPr algn="l" fontAlgn="t"/>
                      <a:r>
                        <a:rPr lang="en-IN" sz="1800" dirty="0">
                          <a:effectLst/>
                          <a:latin typeface="var(--font-family-body-lesson-markdown,&quot;Droid Serif&quot;)"/>
                        </a:rPr>
                        <a:t>It contains the page table for process, kernel data structure, threads, and kernel code etc.</a:t>
                      </a:r>
                    </a:p>
                    <a:p>
                      <a:pPr algn="l" fontAlgn="t"/>
                      <a:r>
                        <a:rPr lang="en-IN" sz="1800" dirty="0">
                          <a:effectLst/>
                          <a:latin typeface="var(--font-family-body-lesson-markdown,&quot;Droid Serif&quot;)"/>
                        </a:rPr>
                        <a:t>It also contains code, data, stacks and heap sections.</a:t>
                      </a:r>
                    </a:p>
                  </a:txBody>
                  <a:tcPr marL="90801" marR="90801" marT="45401" marB="454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 dirty="0">
                        <a:effectLst/>
                      </a:endParaRPr>
                    </a:p>
                    <a:p>
                      <a:pPr algn="l" fontAlgn="t"/>
                      <a:r>
                        <a:rPr lang="en-IN" sz="1800" dirty="0">
                          <a:effectLst/>
                          <a:latin typeface="var(--font-family-body-lesson-markdown,&quot;Droid Serif&quot;)"/>
                        </a:rPr>
                        <a:t>It contains the program code, data, stacks, and heap of the process.</a:t>
                      </a:r>
                    </a:p>
                  </a:txBody>
                  <a:tcPr marL="90801" marR="90801" marT="45401" marB="454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199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74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3888B9-1E2D-E633-CED9-6B0EB5A0F719}"/>
              </a:ext>
            </a:extLst>
          </p:cNvPr>
          <p:cNvSpPr/>
          <p:nvPr/>
        </p:nvSpPr>
        <p:spPr>
          <a:xfrm>
            <a:off x="1156447" y="618565"/>
            <a:ext cx="9870141" cy="470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System Calls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059E1-9872-AC5F-4EA1-43CA3B33749F}"/>
              </a:ext>
            </a:extLst>
          </p:cNvPr>
          <p:cNvSpPr txBox="1"/>
          <p:nvPr/>
        </p:nvSpPr>
        <p:spPr>
          <a:xfrm>
            <a:off x="838814" y="1453336"/>
            <a:ext cx="5741895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hangingPunct="1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The kernel provides a set of interfaces for applications running in user mode to interact with the system. These interfaces, also known as system calls</a:t>
            </a:r>
          </a:p>
          <a:p>
            <a:pPr marL="342900" indent="-342900" algn="just" eaLnBrk="1" hangingPunct="1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System calls give applications access to hardware and other kernel resources. </a:t>
            </a:r>
          </a:p>
          <a:p>
            <a:pPr marL="342900" indent="-342900" algn="just" eaLnBrk="1" hangingPunct="1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System calls ensure security and stability. </a:t>
            </a:r>
          </a:p>
        </p:txBody>
      </p:sp>
      <p:pic>
        <p:nvPicPr>
          <p:cNvPr id="8" name="Picture 2" descr="Your first Syscall – IAIK">
            <a:extLst>
              <a:ext uri="{FF2B5EF4-FFF2-40B4-BE49-F238E27FC236}">
                <a16:creationId xmlns:a16="http://schemas.microsoft.com/office/drawing/2014/main" id="{4B209DC1-6408-4394-866E-9C228BC2C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958" y="1651987"/>
            <a:ext cx="5438775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879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D3F983-CB2C-044E-3B75-49D2A0E728F6}"/>
              </a:ext>
            </a:extLst>
          </p:cNvPr>
          <p:cNvSpPr txBox="1"/>
          <p:nvPr/>
        </p:nvSpPr>
        <p:spPr>
          <a:xfrm>
            <a:off x="537881" y="1324017"/>
            <a:ext cx="5997389" cy="4283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80000"/>
              </a:lnSpc>
              <a:buClr>
                <a:srgbClr val="0000CC"/>
              </a:buClr>
              <a:buNone/>
            </a:pPr>
            <a:r>
              <a:rPr lang="en-US" sz="3200" b="1" dirty="0"/>
              <a:t> Linux Kernel Versions</a:t>
            </a:r>
          </a:p>
          <a:p>
            <a:pPr marL="0" indent="0" eaLnBrk="1" hangingPunct="1">
              <a:lnSpc>
                <a:spcPct val="80000"/>
              </a:lnSpc>
              <a:buClr>
                <a:srgbClr val="0000CC"/>
              </a:buClr>
              <a:buNone/>
            </a:pPr>
            <a:endParaRPr lang="en-US" sz="2000" dirty="0"/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/>
              <a:t>Version number:   kernel-</a:t>
            </a:r>
            <a:r>
              <a:rPr lang="en-US" dirty="0" err="1"/>
              <a:t>x.y.z</a:t>
            </a:r>
            <a:endParaRPr lang="en-US" dirty="0"/>
          </a:p>
          <a:p>
            <a:pPr lvl="1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§"/>
            </a:pPr>
            <a:r>
              <a:rPr lang="en-US" dirty="0"/>
              <a:t>x = major version number </a:t>
            </a:r>
          </a:p>
          <a:p>
            <a:pPr lvl="1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§"/>
            </a:pPr>
            <a:r>
              <a:rPr lang="en-US" dirty="0"/>
              <a:t>y = minor version number </a:t>
            </a:r>
          </a:p>
          <a:p>
            <a:pPr lvl="1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§"/>
            </a:pPr>
            <a:r>
              <a:rPr lang="en-US" dirty="0"/>
              <a:t>z = patch level </a:t>
            </a:r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endParaRPr lang="en-US" dirty="0"/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/>
              <a:t>There are 2 threads of activity with regard to the kernel. </a:t>
            </a:r>
          </a:p>
          <a:p>
            <a:pPr marL="742950" lvl="1" indent="-285750">
              <a:lnSpc>
                <a:spcPct val="80000"/>
              </a:lnSpc>
              <a:buClr>
                <a:srgbClr val="0000CC"/>
              </a:buClr>
              <a:buFont typeface="Arial" panose="020B0604020202020204" pitchFamily="34" charset="0"/>
              <a:buChar char="•"/>
            </a:pPr>
            <a:r>
              <a:rPr lang="en-US" dirty="0"/>
              <a:t>Stable</a:t>
            </a:r>
          </a:p>
          <a:p>
            <a:pPr marL="742950" lvl="1" indent="-285750">
              <a:lnSpc>
                <a:spcPct val="80000"/>
              </a:lnSpc>
              <a:buClr>
                <a:srgbClr val="0000CC"/>
              </a:buClr>
              <a:buFont typeface="Arial" panose="020B0604020202020204" pitchFamily="34" charset="0"/>
              <a:buChar char="•"/>
            </a:pPr>
            <a:r>
              <a:rPr lang="en-US" dirty="0"/>
              <a:t>Development</a:t>
            </a:r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endParaRPr lang="en-US" dirty="0"/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/>
              <a:t>To tell them apart, check the minor version number. </a:t>
            </a:r>
          </a:p>
          <a:p>
            <a:pPr lvl="1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§"/>
            </a:pPr>
            <a:r>
              <a:rPr lang="en-US" dirty="0"/>
              <a:t>stable 	     = even minor version number </a:t>
            </a:r>
          </a:p>
          <a:p>
            <a:pPr lvl="1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§"/>
            </a:pPr>
            <a:r>
              <a:rPr lang="en-US" dirty="0"/>
              <a:t>development     = odd minor version number </a:t>
            </a:r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endParaRPr lang="en-US" dirty="0"/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Ø"/>
            </a:pPr>
            <a:r>
              <a:rPr lang="en-US" dirty="0"/>
              <a:t>Examples: </a:t>
            </a:r>
          </a:p>
          <a:p>
            <a:pPr lvl="1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§"/>
            </a:pPr>
            <a:r>
              <a:rPr lang="en-US" dirty="0"/>
              <a:t>Stable	 :     2.2.x </a:t>
            </a:r>
          </a:p>
          <a:p>
            <a:pPr lvl="1" eaLnBrk="1" hangingPunct="1">
              <a:lnSpc>
                <a:spcPct val="80000"/>
              </a:lnSpc>
              <a:buClr>
                <a:srgbClr val="0000CC"/>
              </a:buClr>
              <a:buFont typeface="Wingdings" pitchFamily="2" charset="2"/>
              <a:buChar char="§"/>
            </a:pPr>
            <a:r>
              <a:rPr lang="en-US" dirty="0"/>
              <a:t>Development	 :     2.3.x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7647D4-CF22-E18C-3263-6A2AACBA8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745" y="1324017"/>
            <a:ext cx="6124914" cy="389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12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3FDC64-1335-5DAF-B487-A30590E7664D}"/>
              </a:ext>
            </a:extLst>
          </p:cNvPr>
          <p:cNvSpPr txBox="1"/>
          <p:nvPr/>
        </p:nvSpPr>
        <p:spPr>
          <a:xfrm>
            <a:off x="2541494" y="2810435"/>
            <a:ext cx="7718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rgbClr val="0070C0"/>
                </a:solidFill>
              </a:rPr>
              <a:t>Thank You…</a:t>
            </a:r>
            <a:endParaRPr lang="en-US" sz="5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05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648</TotalTime>
  <Words>968</Words>
  <Application>Microsoft Office PowerPoint</Application>
  <PresentationFormat>Widescreen</PresentationFormat>
  <Paragraphs>169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var(--font-family-body-lesson-markdown,"Droid Serif")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History of Linux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Vinod Jadhav</dc:creator>
  <cp:lastModifiedBy>Vinod Kumar Jadhav</cp:lastModifiedBy>
  <cp:revision>38</cp:revision>
  <dcterms:created xsi:type="dcterms:W3CDTF">2023-06-24T06:35:59Z</dcterms:created>
  <dcterms:modified xsi:type="dcterms:W3CDTF">2025-09-09T06:07:47Z</dcterms:modified>
</cp:coreProperties>
</file>